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  <p:sldId id="267" r:id="rId12"/>
    <p:sldId id="263" r:id="rId13"/>
    <p:sldId id="272" r:id="rId14"/>
    <p:sldId id="264" r:id="rId15"/>
    <p:sldId id="265" r:id="rId16"/>
    <p:sldId id="266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6A4D5-54A6-4B46-9A2C-E7507D4B464A}" v="1" dt="2026-02-16T00:45:35.28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5"/>
    <p:restoredTop sz="94677"/>
  </p:normalViewPr>
  <p:slideViewPr>
    <p:cSldViewPr snapToGrid="0">
      <p:cViewPr>
        <p:scale>
          <a:sx n="104" d="100"/>
          <a:sy n="104" d="100"/>
        </p:scale>
        <p:origin x="480" y="2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MacKenny" userId="bf8b27af-8b37-485b-abff-2d3401438d17" providerId="ADAL" clId="{85675F2F-1809-5C21-9728-770BC73F61ED}"/>
    <pc:docChg chg="undo custSel addSld delSld modSld sldOrd">
      <pc:chgData name="Matt MacKenny" userId="bf8b27af-8b37-485b-abff-2d3401438d17" providerId="ADAL" clId="{85675F2F-1809-5C21-9728-770BC73F61ED}" dt="2026-02-16T00:45:39.935" v="83" actId="20578"/>
      <pc:docMkLst>
        <pc:docMk/>
      </pc:docMkLst>
      <pc:sldChg chg="modSp mod">
        <pc:chgData name="Matt MacKenny" userId="bf8b27af-8b37-485b-abff-2d3401438d17" providerId="ADAL" clId="{85675F2F-1809-5C21-9728-770BC73F61ED}" dt="2026-02-16T00:42:56.169" v="80" actId="20577"/>
        <pc:sldMkLst>
          <pc:docMk/>
          <pc:sldMk cId="0" sldId="259"/>
        </pc:sldMkLst>
        <pc:spChg chg="mod">
          <ac:chgData name="Matt MacKenny" userId="bf8b27af-8b37-485b-abff-2d3401438d17" providerId="ADAL" clId="{85675F2F-1809-5C21-9728-770BC73F61ED}" dt="2026-02-11T23:35:26.592" v="32" actId="20577"/>
          <ac:spMkLst>
            <pc:docMk/>
            <pc:sldMk cId="0" sldId="259"/>
            <ac:spMk id="57" creationId="{00000000-0000-0000-0000-000000000000}"/>
          </ac:spMkLst>
        </pc:spChg>
        <pc:spChg chg="mod">
          <ac:chgData name="Matt MacKenny" userId="bf8b27af-8b37-485b-abff-2d3401438d17" providerId="ADAL" clId="{85675F2F-1809-5C21-9728-770BC73F61ED}" dt="2026-02-16T00:42:56.169" v="80" actId="20577"/>
          <ac:spMkLst>
            <pc:docMk/>
            <pc:sldMk cId="0" sldId="259"/>
            <ac:spMk id="67" creationId="{00000000-0000-0000-0000-000000000000}"/>
          </ac:spMkLst>
        </pc:spChg>
        <pc:spChg chg="mod">
          <ac:chgData name="Matt MacKenny" userId="bf8b27af-8b37-485b-abff-2d3401438d17" providerId="ADAL" clId="{85675F2F-1809-5C21-9728-770BC73F61ED}" dt="2026-02-11T23:30:33.011" v="9" actId="20577"/>
          <ac:spMkLst>
            <pc:docMk/>
            <pc:sldMk cId="0" sldId="259"/>
            <ac:spMk id="79" creationId="{00000000-0000-0000-0000-000000000000}"/>
          </ac:spMkLst>
        </pc:spChg>
      </pc:sldChg>
      <pc:sldChg chg="modSp mod">
        <pc:chgData name="Matt MacKenny" userId="bf8b27af-8b37-485b-abff-2d3401438d17" providerId="ADAL" clId="{85675F2F-1809-5C21-9728-770BC73F61ED}" dt="2026-02-11T23:35:57.942" v="34" actId="1076"/>
        <pc:sldMkLst>
          <pc:docMk/>
          <pc:sldMk cId="0" sldId="261"/>
        </pc:sldMkLst>
        <pc:picChg chg="mod">
          <ac:chgData name="Matt MacKenny" userId="bf8b27af-8b37-485b-abff-2d3401438d17" providerId="ADAL" clId="{85675F2F-1809-5C21-9728-770BC73F61ED}" dt="2026-02-11T23:35:57.942" v="34" actId="1076"/>
          <ac:picMkLst>
            <pc:docMk/>
            <pc:sldMk cId="0" sldId="261"/>
            <ac:picMk id="2" creationId="{519F51DC-BCA7-A8CD-3838-4FD472BBB2AC}"/>
          </ac:picMkLst>
        </pc:picChg>
      </pc:sldChg>
      <pc:sldChg chg="ord">
        <pc:chgData name="Matt MacKenny" userId="bf8b27af-8b37-485b-abff-2d3401438d17" providerId="ADAL" clId="{85675F2F-1809-5C21-9728-770BC73F61ED}" dt="2026-02-16T00:45:39.935" v="83" actId="20578"/>
        <pc:sldMkLst>
          <pc:docMk/>
          <pc:sldMk cId="0" sldId="262"/>
        </pc:sldMkLst>
      </pc:sldChg>
      <pc:sldChg chg="addSp delSp">
        <pc:chgData name="Matt MacKenny" userId="bf8b27af-8b37-485b-abff-2d3401438d17" providerId="ADAL" clId="{85675F2F-1809-5C21-9728-770BC73F61ED}" dt="2026-02-11T23:36:51.810" v="37" actId="478"/>
        <pc:sldMkLst>
          <pc:docMk/>
          <pc:sldMk cId="0" sldId="263"/>
        </pc:sldMkLst>
      </pc:sldChg>
      <pc:sldChg chg="del">
        <pc:chgData name="Matt MacKenny" userId="bf8b27af-8b37-485b-abff-2d3401438d17" providerId="ADAL" clId="{85675F2F-1809-5C21-9728-770BC73F61ED}" dt="2026-02-16T00:45:30.392" v="81" actId="2696"/>
        <pc:sldMkLst>
          <pc:docMk/>
          <pc:sldMk cId="0" sldId="267"/>
        </pc:sldMkLst>
      </pc:sldChg>
      <pc:sldChg chg="add">
        <pc:chgData name="Matt MacKenny" userId="bf8b27af-8b37-485b-abff-2d3401438d17" providerId="ADAL" clId="{85675F2F-1809-5C21-9728-770BC73F61ED}" dt="2026-02-16T00:45:35.282" v="82"/>
        <pc:sldMkLst>
          <pc:docMk/>
          <pc:sldMk cId="3845303253" sldId="267"/>
        </pc:sldMkLst>
      </pc:sldChg>
      <pc:sldChg chg="addSp delSp modSp add mod">
        <pc:chgData name="Matt MacKenny" userId="bf8b27af-8b37-485b-abff-2d3401438d17" providerId="ADAL" clId="{85675F2F-1809-5C21-9728-770BC73F61ED}" dt="2026-02-11T23:37:40.112" v="76" actId="1076"/>
        <pc:sldMkLst>
          <pc:docMk/>
          <pc:sldMk cId="3915791882" sldId="272"/>
        </pc:sldMkLst>
        <pc:spChg chg="mod">
          <ac:chgData name="Matt MacKenny" userId="bf8b27af-8b37-485b-abff-2d3401438d17" providerId="ADAL" clId="{85675F2F-1809-5C21-9728-770BC73F61ED}" dt="2026-02-11T23:37:13.528" v="69" actId="20577"/>
          <ac:spMkLst>
            <pc:docMk/>
            <pc:sldMk cId="3915791882" sldId="272"/>
            <ac:spMk id="37" creationId="{45A382B3-86E5-F038-9962-2EC51A1CCA85}"/>
          </ac:spMkLst>
        </pc:spChg>
        <pc:grpChg chg="add del">
          <ac:chgData name="Matt MacKenny" userId="bf8b27af-8b37-485b-abff-2d3401438d17" providerId="ADAL" clId="{85675F2F-1809-5C21-9728-770BC73F61ED}" dt="2026-02-11T23:37:25.526" v="73" actId="478"/>
          <ac:grpSpMkLst>
            <pc:docMk/>
            <pc:sldMk cId="3915791882" sldId="272"/>
            <ac:grpSpMk id="10" creationId="{2B6E2C79-D877-0D6B-D40B-ED7655E1ADB1}"/>
          </ac:grpSpMkLst>
        </pc:grpChg>
        <pc:picChg chg="add mod">
          <ac:chgData name="Matt MacKenny" userId="bf8b27af-8b37-485b-abff-2d3401438d17" providerId="ADAL" clId="{85675F2F-1809-5C21-9728-770BC73F61ED}" dt="2026-02-11T23:37:40.112" v="76" actId="1076"/>
          <ac:picMkLst>
            <pc:docMk/>
            <pc:sldMk cId="3915791882" sldId="272"/>
            <ac:picMk id="3" creationId="{09896888-BFB9-5395-4F15-4BBC2D8C35EF}"/>
          </ac:picMkLst>
        </pc:picChg>
      </pc:sldChg>
    </pc:docChg>
  </pc:docChgLst>
  <pc:docChgLst>
    <pc:chgData name="Henry Alexander Flores Rondon" userId="S::hfloresr@students.kennesaw.edu::89b99b80-1ad3-4df3-98d5-2b8c178dcda4" providerId="AD" clId="Web-{DF1449F7-B5D5-12B8-E708-CD368EC46D2C}"/>
    <pc:docChg chg="modSld">
      <pc:chgData name="Henry Alexander Flores Rondon" userId="S::hfloresr@students.kennesaw.edu::89b99b80-1ad3-4df3-98d5-2b8c178dcda4" providerId="AD" clId="Web-{DF1449F7-B5D5-12B8-E708-CD368EC46D2C}" dt="2026-02-11T19:52:33.107" v="163"/>
      <pc:docMkLst>
        <pc:docMk/>
      </pc:docMkLst>
      <pc:sldChg chg="addSp delSp modSp">
        <pc:chgData name="Henry Alexander Flores Rondon" userId="S::hfloresr@students.kennesaw.edu::89b99b80-1ad3-4df3-98d5-2b8c178dcda4" providerId="AD" clId="Web-{DF1449F7-B5D5-12B8-E708-CD368EC46D2C}" dt="2026-02-11T19:52:33.107" v="163"/>
        <pc:sldMkLst>
          <pc:docMk/>
          <pc:sldMk cId="0" sldId="261"/>
        </pc:sldMkLst>
        <pc:spChg chg="mod">
          <ac:chgData name="Henry Alexander Flores Rondon" userId="S::hfloresr@students.kennesaw.edu::89b99b80-1ad3-4df3-98d5-2b8c178dcda4" providerId="AD" clId="Web-{DF1449F7-B5D5-12B8-E708-CD368EC46D2C}" dt="2026-02-11T19:52:12.732" v="106" actId="14100"/>
          <ac:spMkLst>
            <pc:docMk/>
            <pc:sldMk cId="0" sldId="261"/>
            <ac:spMk id="36" creationId="{00000000-0000-0000-0000-000000000000}"/>
          </ac:spMkLst>
        </pc:spChg>
        <pc:spChg chg="add del mod">
          <ac:chgData name="Henry Alexander Flores Rondon" userId="S::hfloresr@students.kennesaw.edu::89b99b80-1ad3-4df3-98d5-2b8c178dcda4" providerId="AD" clId="Web-{DF1449F7-B5D5-12B8-E708-CD368EC46D2C}" dt="2026-02-11T19:52:02.670" v="104" actId="1076"/>
          <ac:spMkLst>
            <pc:docMk/>
            <pc:sldMk cId="0" sldId="261"/>
            <ac:spMk id="37" creationId="{00000000-0000-0000-0000-000000000000}"/>
          </ac:spMkLst>
        </pc:spChg>
      </pc:sldChg>
    </pc:docChg>
  </pc:docChgLst>
  <pc:docChgLst>
    <pc:chgData name="Henry Alexander Flores Rondon" userId="S::hfloresr@students.kennesaw.edu::89b99b80-1ad3-4df3-98d5-2b8c178dcda4" providerId="AD" clId="Web-{6280E1A4-3773-FB18-CF11-60CEC35BC8F0}"/>
    <pc:docChg chg="modSld">
      <pc:chgData name="Henry Alexander Flores Rondon" userId="S::hfloresr@students.kennesaw.edu::89b99b80-1ad3-4df3-98d5-2b8c178dcda4" providerId="AD" clId="Web-{6280E1A4-3773-FB18-CF11-60CEC35BC8F0}" dt="2026-02-11T19:55:23.224" v="20" actId="1076"/>
      <pc:docMkLst>
        <pc:docMk/>
      </pc:docMkLst>
      <pc:sldChg chg="addSp modSp">
        <pc:chgData name="Henry Alexander Flores Rondon" userId="S::hfloresr@students.kennesaw.edu::89b99b80-1ad3-4df3-98d5-2b8c178dcda4" providerId="AD" clId="Web-{6280E1A4-3773-FB18-CF11-60CEC35BC8F0}" dt="2026-02-11T19:55:23.224" v="20" actId="1076"/>
        <pc:sldMkLst>
          <pc:docMk/>
          <pc:sldMk cId="0" sldId="261"/>
        </pc:sldMkLst>
        <pc:grpChg chg="add mod">
          <ac:chgData name="Henry Alexander Flores Rondon" userId="S::hfloresr@students.kennesaw.edu::89b99b80-1ad3-4df3-98d5-2b8c178dcda4" providerId="AD" clId="Web-{6280E1A4-3773-FB18-CF11-60CEC35BC8F0}" dt="2026-02-11T19:55:23.146" v="18" actId="1076"/>
          <ac:grpSpMkLst>
            <pc:docMk/>
            <pc:sldMk cId="0" sldId="261"/>
            <ac:grpSpMk id="10" creationId="{033BCA22-C5F1-E59F-351D-D4A34B0809D3}"/>
          </ac:grpSpMkLst>
        </pc:grpChg>
        <pc:picChg chg="add mod ord">
          <ac:chgData name="Henry Alexander Flores Rondon" userId="S::hfloresr@students.kennesaw.edu::89b99b80-1ad3-4df3-98d5-2b8c178dcda4" providerId="AD" clId="Web-{6280E1A4-3773-FB18-CF11-60CEC35BC8F0}" dt="2026-02-11T19:55:23.224" v="20" actId="1076"/>
          <ac:picMkLst>
            <pc:docMk/>
            <pc:sldMk cId="0" sldId="261"/>
            <ac:picMk id="2" creationId="{519F51DC-BCA7-A8CD-3838-4FD472BBB2AC}"/>
          </ac:picMkLst>
        </pc:picChg>
        <pc:picChg chg="add mod">
          <ac:chgData name="Henry Alexander Flores Rondon" userId="S::hfloresr@students.kennesaw.edu::89b99b80-1ad3-4df3-98d5-2b8c178dcda4" providerId="AD" clId="Web-{6280E1A4-3773-FB18-CF11-60CEC35BC8F0}" dt="2026-02-11T19:55:23.099" v="16" actId="1076"/>
          <ac:picMkLst>
            <pc:docMk/>
            <pc:sldMk cId="0" sldId="261"/>
            <ac:picMk id="4" creationId="{946688DE-09BB-6BAC-FB32-0EC0DC104F5E}"/>
          </ac:picMkLst>
        </pc:picChg>
        <pc:picChg chg="add mod">
          <ac:chgData name="Henry Alexander Flores Rondon" userId="S::hfloresr@students.kennesaw.edu::89b99b80-1ad3-4df3-98d5-2b8c178dcda4" providerId="AD" clId="Web-{6280E1A4-3773-FB18-CF11-60CEC35BC8F0}" dt="2026-02-11T19:55:23.099" v="17" actId="1076"/>
          <ac:picMkLst>
            <pc:docMk/>
            <pc:sldMk cId="0" sldId="261"/>
            <ac:picMk id="6" creationId="{B7CF02CE-845C-AC00-710C-A12403A554F2}"/>
          </ac:picMkLst>
        </pc:picChg>
        <pc:picChg chg="add mod">
          <ac:chgData name="Henry Alexander Flores Rondon" userId="S::hfloresr@students.kennesaw.edu::89b99b80-1ad3-4df3-98d5-2b8c178dcda4" providerId="AD" clId="Web-{6280E1A4-3773-FB18-CF11-60CEC35BC8F0}" dt="2026-02-11T19:55:23.161" v="19" actId="1076"/>
          <ac:picMkLst>
            <pc:docMk/>
            <pc:sldMk cId="0" sldId="261"/>
            <ac:picMk id="12" creationId="{D07D9896-2BF3-9876-8043-CCA02EE3799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1" i="0">
                <a:solidFill>
                  <a:srgbClr val="282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1" i="0">
                <a:solidFill>
                  <a:srgbClr val="282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1" i="0">
                <a:solidFill>
                  <a:srgbClr val="282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1" i="0">
                <a:solidFill>
                  <a:srgbClr val="282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2686" y="472679"/>
            <a:ext cx="13897410" cy="1720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1" i="0">
                <a:solidFill>
                  <a:srgbClr val="282D3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Relationship Id="rId14" Type="http://schemas.openxmlformats.org/officeDocument/2006/relationships/image" Target="../media/image1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13" Type="http://schemas.openxmlformats.org/officeDocument/2006/relationships/image" Target="../media/image26.jpg"/><Relationship Id="rId18" Type="http://schemas.openxmlformats.org/officeDocument/2006/relationships/image" Target="../media/image31.jpg"/><Relationship Id="rId3" Type="http://schemas.openxmlformats.org/officeDocument/2006/relationships/image" Target="../media/image16.jpg"/><Relationship Id="rId21" Type="http://schemas.openxmlformats.org/officeDocument/2006/relationships/image" Target="../media/image34.png"/><Relationship Id="rId7" Type="http://schemas.openxmlformats.org/officeDocument/2006/relationships/image" Target="../media/image20.jpg"/><Relationship Id="rId12" Type="http://schemas.openxmlformats.org/officeDocument/2006/relationships/image" Target="../media/image25.jpg"/><Relationship Id="rId17" Type="http://schemas.openxmlformats.org/officeDocument/2006/relationships/image" Target="../media/image30.jpg"/><Relationship Id="rId2" Type="http://schemas.openxmlformats.org/officeDocument/2006/relationships/image" Target="../media/image15.jpg"/><Relationship Id="rId16" Type="http://schemas.openxmlformats.org/officeDocument/2006/relationships/image" Target="../media/image29.jpg"/><Relationship Id="rId20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jpg"/><Relationship Id="rId11" Type="http://schemas.openxmlformats.org/officeDocument/2006/relationships/image" Target="../media/image24.jpg"/><Relationship Id="rId5" Type="http://schemas.openxmlformats.org/officeDocument/2006/relationships/image" Target="../media/image18.jpg"/><Relationship Id="rId15" Type="http://schemas.openxmlformats.org/officeDocument/2006/relationships/image" Target="../media/image28.jpg"/><Relationship Id="rId10" Type="http://schemas.openxmlformats.org/officeDocument/2006/relationships/image" Target="../media/image23.jpg"/><Relationship Id="rId19" Type="http://schemas.openxmlformats.org/officeDocument/2006/relationships/image" Target="../media/image32.jpg"/><Relationship Id="rId4" Type="http://schemas.openxmlformats.org/officeDocument/2006/relationships/image" Target="../media/image17.jpg"/><Relationship Id="rId9" Type="http://schemas.openxmlformats.org/officeDocument/2006/relationships/image" Target="../media/image22.jpg"/><Relationship Id="rId14" Type="http://schemas.openxmlformats.org/officeDocument/2006/relationships/image" Target="../media/image2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13" Type="http://schemas.openxmlformats.org/officeDocument/2006/relationships/image" Target="../media/image46.jpg"/><Relationship Id="rId3" Type="http://schemas.openxmlformats.org/officeDocument/2006/relationships/image" Target="../media/image36.jpg"/><Relationship Id="rId7" Type="http://schemas.openxmlformats.org/officeDocument/2006/relationships/image" Target="../media/image40.jpg"/><Relationship Id="rId12" Type="http://schemas.openxmlformats.org/officeDocument/2006/relationships/image" Target="../media/image45.jpg"/><Relationship Id="rId17" Type="http://schemas.openxmlformats.org/officeDocument/2006/relationships/image" Target="../media/image50.jpg"/><Relationship Id="rId2" Type="http://schemas.openxmlformats.org/officeDocument/2006/relationships/image" Target="../media/image35.jpg"/><Relationship Id="rId16" Type="http://schemas.openxmlformats.org/officeDocument/2006/relationships/image" Target="../media/image49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jpg"/><Relationship Id="rId11" Type="http://schemas.openxmlformats.org/officeDocument/2006/relationships/image" Target="../media/image44.jpg"/><Relationship Id="rId5" Type="http://schemas.openxmlformats.org/officeDocument/2006/relationships/image" Target="../media/image38.jpg"/><Relationship Id="rId15" Type="http://schemas.openxmlformats.org/officeDocument/2006/relationships/image" Target="../media/image48.jpg"/><Relationship Id="rId10" Type="http://schemas.openxmlformats.org/officeDocument/2006/relationships/image" Target="../media/image43.jpg"/><Relationship Id="rId4" Type="http://schemas.openxmlformats.org/officeDocument/2006/relationships/image" Target="../media/image37.jpg"/><Relationship Id="rId9" Type="http://schemas.openxmlformats.org/officeDocument/2006/relationships/image" Target="../media/image42.jpg"/><Relationship Id="rId14" Type="http://schemas.openxmlformats.org/officeDocument/2006/relationships/image" Target="../media/image4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g"/><Relationship Id="rId13" Type="http://schemas.openxmlformats.org/officeDocument/2006/relationships/image" Target="../media/image62.jpg"/><Relationship Id="rId3" Type="http://schemas.openxmlformats.org/officeDocument/2006/relationships/image" Target="../media/image52.jpg"/><Relationship Id="rId7" Type="http://schemas.openxmlformats.org/officeDocument/2006/relationships/image" Target="../media/image56.jpg"/><Relationship Id="rId12" Type="http://schemas.openxmlformats.org/officeDocument/2006/relationships/image" Target="../media/image61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jpg"/><Relationship Id="rId11" Type="http://schemas.openxmlformats.org/officeDocument/2006/relationships/image" Target="../media/image60.jpg"/><Relationship Id="rId5" Type="http://schemas.openxmlformats.org/officeDocument/2006/relationships/image" Target="../media/image54.png"/><Relationship Id="rId15" Type="http://schemas.openxmlformats.org/officeDocument/2006/relationships/image" Target="../media/image64.jpg"/><Relationship Id="rId10" Type="http://schemas.openxmlformats.org/officeDocument/2006/relationships/image" Target="../media/image59.jpg"/><Relationship Id="rId4" Type="http://schemas.openxmlformats.org/officeDocument/2006/relationships/image" Target="../media/image53.jpg"/><Relationship Id="rId9" Type="http://schemas.openxmlformats.org/officeDocument/2006/relationships/image" Target="../media/image58.jpg"/><Relationship Id="rId14" Type="http://schemas.openxmlformats.org/officeDocument/2006/relationships/image" Target="../media/image6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7" Type="http://schemas.openxmlformats.org/officeDocument/2006/relationships/image" Target="../media/image67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g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3.jpg"/><Relationship Id="rId4" Type="http://schemas.openxmlformats.org/officeDocument/2006/relationships/image" Target="../media/image7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7" Type="http://schemas.openxmlformats.org/officeDocument/2006/relationships/image" Target="../media/image74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g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jpg"/><Relationship Id="rId4" Type="http://schemas.openxmlformats.org/officeDocument/2006/relationships/image" Target="../media/image7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jpg"/><Relationship Id="rId5" Type="http://schemas.openxmlformats.org/officeDocument/2006/relationships/image" Target="../media/image84.jpg"/><Relationship Id="rId4" Type="http://schemas.openxmlformats.org/officeDocument/2006/relationships/image" Target="../media/image8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g"/><Relationship Id="rId4" Type="http://schemas.openxmlformats.org/officeDocument/2006/relationships/image" Target="../media/image8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7" Type="http://schemas.openxmlformats.org/officeDocument/2006/relationships/image" Target="../media/image94.jp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jpg"/><Relationship Id="rId5" Type="http://schemas.openxmlformats.org/officeDocument/2006/relationships/image" Target="../media/image92.jpg"/><Relationship Id="rId4" Type="http://schemas.openxmlformats.org/officeDocument/2006/relationships/image" Target="../media/image91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jpg"/><Relationship Id="rId3" Type="http://schemas.openxmlformats.org/officeDocument/2006/relationships/image" Target="../media/image96.jpg"/><Relationship Id="rId7" Type="http://schemas.openxmlformats.org/officeDocument/2006/relationships/image" Target="../media/image100.jp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jpg"/><Relationship Id="rId5" Type="http://schemas.openxmlformats.org/officeDocument/2006/relationships/image" Target="../media/image98.jpg"/><Relationship Id="rId4" Type="http://schemas.openxmlformats.org/officeDocument/2006/relationships/image" Target="../media/image97.jpg"/><Relationship Id="rId9" Type="http://schemas.openxmlformats.org/officeDocument/2006/relationships/image" Target="../media/image10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6880"/>
            <a:ext cx="17348200" cy="9523730"/>
            <a:chOff x="0" y="204523"/>
            <a:chExt cx="17348200" cy="9523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04523"/>
              <a:ext cx="17347679" cy="939588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1159" y="2298170"/>
              <a:ext cx="11005185" cy="7430134"/>
            </a:xfrm>
            <a:custGeom>
              <a:avLst/>
              <a:gdLst/>
              <a:ahLst/>
              <a:cxnLst/>
              <a:rect l="l" t="t" r="r" b="b"/>
              <a:pathLst>
                <a:path w="11005185" h="7430134">
                  <a:moveTo>
                    <a:pt x="0" y="7429894"/>
                  </a:moveTo>
                  <a:lnTo>
                    <a:pt x="0" y="6970313"/>
                  </a:lnTo>
                </a:path>
                <a:path w="11005185" h="7430134">
                  <a:moveTo>
                    <a:pt x="776952" y="7378829"/>
                  </a:moveTo>
                  <a:lnTo>
                    <a:pt x="776952" y="6868184"/>
                  </a:lnTo>
                </a:path>
                <a:path w="11005185" h="7430134">
                  <a:moveTo>
                    <a:pt x="11004698" y="919162"/>
                  </a:moveTo>
                  <a:lnTo>
                    <a:pt x="11004698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010611" y="6600360"/>
              <a:ext cx="586105" cy="0"/>
            </a:xfrm>
            <a:custGeom>
              <a:avLst/>
              <a:gdLst/>
              <a:ahLst/>
              <a:cxnLst/>
              <a:rect l="l" t="t" r="r" b="b"/>
              <a:pathLst>
                <a:path w="586105">
                  <a:moveTo>
                    <a:pt x="0" y="0"/>
                  </a:moveTo>
                  <a:lnTo>
                    <a:pt x="58589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010611" y="6753553"/>
              <a:ext cx="535305" cy="0"/>
            </a:xfrm>
            <a:custGeom>
              <a:avLst/>
              <a:gdLst/>
              <a:ahLst/>
              <a:cxnLst/>
              <a:rect l="l" t="t" r="r" b="b"/>
              <a:pathLst>
                <a:path w="535305">
                  <a:moveTo>
                    <a:pt x="0" y="0"/>
                  </a:moveTo>
                  <a:lnTo>
                    <a:pt x="534950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670">
              <a:lnSpc>
                <a:spcPts val="6655"/>
              </a:lnSpc>
              <a:spcBef>
                <a:spcPts val="130"/>
              </a:spcBef>
            </a:pPr>
            <a:r>
              <a:rPr sz="5900" spc="95">
                <a:solidFill>
                  <a:srgbClr val="010101"/>
                </a:solidFill>
              </a:rPr>
              <a:t>Scrappy</a:t>
            </a:r>
            <a:r>
              <a:rPr sz="5900" spc="475">
                <a:solidFill>
                  <a:srgbClr val="010101"/>
                </a:solidFill>
              </a:rPr>
              <a:t> </a:t>
            </a:r>
            <a:r>
              <a:rPr sz="5900" spc="254">
                <a:solidFill>
                  <a:srgbClr val="010101"/>
                </a:solidFill>
              </a:rPr>
              <a:t>Market:</a:t>
            </a:r>
            <a:endParaRPr sz="5900"/>
          </a:p>
          <a:p>
            <a:pPr marL="12700">
              <a:lnSpc>
                <a:spcPts val="6655"/>
              </a:lnSpc>
            </a:pPr>
            <a:r>
              <a:rPr sz="5900" spc="175">
                <a:solidFill>
                  <a:srgbClr val="010101"/>
                </a:solidFill>
              </a:rPr>
              <a:t>Milestone</a:t>
            </a:r>
            <a:r>
              <a:rPr sz="5900" spc="-240">
                <a:solidFill>
                  <a:srgbClr val="010101"/>
                </a:solidFill>
              </a:rPr>
              <a:t> </a:t>
            </a:r>
            <a:r>
              <a:rPr sz="5900" spc="195">
                <a:solidFill>
                  <a:srgbClr val="010101"/>
                </a:solidFill>
              </a:rPr>
              <a:t>1</a:t>
            </a:r>
            <a:r>
              <a:rPr sz="5900" spc="-515">
                <a:solidFill>
                  <a:srgbClr val="010101"/>
                </a:solidFill>
              </a:rPr>
              <a:t> </a:t>
            </a:r>
            <a:r>
              <a:rPr sz="5900">
                <a:solidFill>
                  <a:srgbClr val="010101"/>
                </a:solidFill>
              </a:rPr>
              <a:t>Progress</a:t>
            </a:r>
            <a:r>
              <a:rPr sz="5900" spc="30">
                <a:solidFill>
                  <a:srgbClr val="010101"/>
                </a:solidFill>
              </a:rPr>
              <a:t> </a:t>
            </a:r>
            <a:r>
              <a:rPr sz="5900" spc="145">
                <a:solidFill>
                  <a:srgbClr val="010101"/>
                </a:solidFill>
              </a:rPr>
              <a:t>Report</a:t>
            </a:r>
            <a:endParaRPr sz="5900"/>
          </a:p>
        </p:txBody>
      </p:sp>
      <p:sp>
        <p:nvSpPr>
          <p:cNvPr id="8" name="object 8"/>
          <p:cNvSpPr txBox="1"/>
          <p:nvPr/>
        </p:nvSpPr>
        <p:spPr>
          <a:xfrm>
            <a:off x="684582" y="2202490"/>
            <a:ext cx="8187055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>
                <a:solidFill>
                  <a:srgbClr val="131313"/>
                </a:solidFill>
                <a:latin typeface="Arial"/>
                <a:cs typeface="Arial"/>
              </a:rPr>
              <a:t>From</a:t>
            </a:r>
            <a:r>
              <a:rPr sz="2750" spc="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750" spc="45">
                <a:solidFill>
                  <a:srgbClr val="131313"/>
                </a:solidFill>
                <a:latin typeface="Arial"/>
                <a:cs typeface="Arial"/>
              </a:rPr>
              <a:t>Natural</a:t>
            </a:r>
            <a:r>
              <a:rPr sz="2750" spc="7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750">
                <a:solidFill>
                  <a:srgbClr val="010101"/>
                </a:solidFill>
                <a:latin typeface="Arial"/>
                <a:cs typeface="Arial"/>
              </a:rPr>
              <a:t>Language</a:t>
            </a:r>
            <a:r>
              <a:rPr sz="2750" spc="18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750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sz="2750" spc="29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750" spc="55">
                <a:solidFill>
                  <a:srgbClr val="131313"/>
                </a:solidFill>
                <a:latin typeface="Arial"/>
                <a:cs typeface="Arial"/>
              </a:rPr>
              <a:t>Structured</a:t>
            </a:r>
            <a:r>
              <a:rPr sz="2750" spc="3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750" spc="40">
                <a:solidFill>
                  <a:srgbClr val="131313"/>
                </a:solidFill>
                <a:latin typeface="Arial"/>
                <a:cs typeface="Arial"/>
              </a:rPr>
              <a:t>Investigation</a:t>
            </a:r>
            <a:endParaRPr sz="2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82821" y="2796116"/>
            <a:ext cx="633730" cy="10864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8910">
              <a:lnSpc>
                <a:spcPts val="3654"/>
              </a:lnSpc>
              <a:spcBef>
                <a:spcPts val="114"/>
              </a:spcBef>
            </a:pPr>
            <a:r>
              <a:rPr sz="3200" spc="145">
                <a:solidFill>
                  <a:srgbClr val="A5ACB3"/>
                </a:solidFill>
                <a:latin typeface="Arial"/>
                <a:cs typeface="Arial"/>
              </a:rPr>
              <a:t>@</a:t>
            </a:r>
            <a:endParaRPr sz="3200">
              <a:latin typeface="Arial"/>
              <a:cs typeface="Arial"/>
            </a:endParaRPr>
          </a:p>
          <a:p>
            <a:pPr marL="50800">
              <a:lnSpc>
                <a:spcPts val="4675"/>
              </a:lnSpc>
            </a:pPr>
            <a:r>
              <a:rPr sz="6075" spc="-4447" baseline="-32921">
                <a:solidFill>
                  <a:srgbClr val="A5ACB3"/>
                </a:solidFill>
                <a:latin typeface="Arial"/>
                <a:cs typeface="Arial"/>
              </a:rPr>
              <a:t>�</a:t>
            </a:r>
            <a:r>
              <a:rPr sz="3200" spc="-25">
                <a:solidFill>
                  <a:srgbClr val="A5ACB3"/>
                </a:solidFill>
                <a:latin typeface="Times New Roman"/>
                <a:cs typeface="Times New Roman"/>
              </a:rPr>
              <a:t>0</a:t>
            </a:r>
            <a:r>
              <a:rPr sz="3200" spc="-475">
                <a:solidFill>
                  <a:srgbClr val="A5ACB3"/>
                </a:solidFill>
                <a:latin typeface="Times New Roman"/>
                <a:cs typeface="Times New Roman"/>
              </a:rPr>
              <a:t>-</a:t>
            </a:r>
            <a:r>
              <a:rPr sz="6075" spc="-1582" baseline="-32921">
                <a:solidFill>
                  <a:srgbClr val="A5ACB3"/>
                </a:solidFill>
                <a:latin typeface="Arial"/>
                <a:cs typeface="Arial"/>
              </a:rPr>
              <a:t>r</a:t>
            </a:r>
            <a:r>
              <a:rPr sz="3200" spc="-160">
                <a:solidFill>
                  <a:srgbClr val="A5ACB3"/>
                </a:solidFill>
                <a:latin typeface="Times New Roman"/>
                <a:cs typeface="Times New Roman"/>
              </a:rPr>
              <a:t>-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175556" y="3919537"/>
            <a:ext cx="16764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35">
                <a:solidFill>
                  <a:srgbClr val="A5ACB3"/>
                </a:solidFill>
                <a:latin typeface="Arial"/>
                <a:cs typeface="Arial"/>
              </a:rPr>
              <a:t>71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38930" y="4047198"/>
            <a:ext cx="33845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70">
                <a:solidFill>
                  <a:srgbClr val="909AA1"/>
                </a:solidFill>
                <a:latin typeface="Times New Roman"/>
                <a:cs typeface="Times New Roman"/>
              </a:rPr>
              <a:t>060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244" y="9236636"/>
            <a:ext cx="59690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850" spc="-100">
                <a:solidFill>
                  <a:srgbClr val="A5ACB3"/>
                </a:solidFill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8711" y="9517492"/>
            <a:ext cx="4826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250" spc="-90">
                <a:solidFill>
                  <a:srgbClr val="C3C3C3"/>
                </a:solidFill>
                <a:latin typeface="Times New Roman"/>
                <a:cs typeface="Times New Roman"/>
              </a:rPr>
              <a:t>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12456" y="6925965"/>
            <a:ext cx="106045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50">
                <a:solidFill>
                  <a:srgbClr val="A5ACB3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96845" y="8700458"/>
            <a:ext cx="2313940" cy="58349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58165" marR="407034" indent="-546100">
              <a:lnSpc>
                <a:spcPct val="100000"/>
              </a:lnSpc>
              <a:spcBef>
                <a:spcPts val="110"/>
              </a:spcBef>
            </a:pPr>
            <a:r>
              <a:rPr sz="1850" dirty="0">
                <a:solidFill>
                  <a:srgbClr val="2F2F2F"/>
                </a:solidFill>
                <a:latin typeface="Arial"/>
                <a:cs typeface="Arial"/>
              </a:rPr>
              <a:t>IT7993</a:t>
            </a:r>
            <a:r>
              <a:rPr sz="1850" spc="18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2F2F2F"/>
                </a:solidFill>
                <a:latin typeface="Arial"/>
                <a:cs typeface="Arial"/>
              </a:rPr>
              <a:t>Ca</a:t>
            </a:r>
            <a:r>
              <a:rPr sz="1850" spc="-10" dirty="0">
                <a:solidFill>
                  <a:srgbClr val="131313"/>
                </a:solidFill>
                <a:latin typeface="Arial"/>
                <a:cs typeface="Arial"/>
              </a:rPr>
              <a:t>p</a:t>
            </a:r>
            <a:r>
              <a:rPr sz="1850" spc="-10" dirty="0">
                <a:solidFill>
                  <a:srgbClr val="2F2F2F"/>
                </a:solidFill>
                <a:latin typeface="Arial"/>
                <a:cs typeface="Arial"/>
              </a:rPr>
              <a:t>stone </a:t>
            </a:r>
            <a:r>
              <a:rPr sz="1850" dirty="0">
                <a:solidFill>
                  <a:srgbClr val="2F2F2F"/>
                </a:solidFill>
                <a:latin typeface="Arial"/>
                <a:cs typeface="Arial"/>
              </a:rPr>
              <a:t>Spring</a:t>
            </a:r>
            <a:r>
              <a:rPr sz="1850" spc="14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850" spc="65" dirty="0">
                <a:solidFill>
                  <a:srgbClr val="2F2F2F"/>
                </a:solidFill>
                <a:latin typeface="Arial"/>
                <a:cs typeface="Arial"/>
              </a:rPr>
              <a:t>2026</a:t>
            </a:r>
            <a:endParaRPr sz="1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793" y="1327943"/>
            <a:ext cx="4585290" cy="28851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7087" y="1889654"/>
            <a:ext cx="1936012" cy="1787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84229" y="3217332"/>
            <a:ext cx="509476" cy="4595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06973" y="3217332"/>
            <a:ext cx="891584" cy="10212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7793" y="7302500"/>
            <a:ext cx="1273691" cy="196598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8119" y="5157787"/>
            <a:ext cx="3744653" cy="22213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70354" y="6230143"/>
            <a:ext cx="1146322" cy="114895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49278" y="8681243"/>
            <a:ext cx="3362547" cy="22979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680057" y="1327943"/>
            <a:ext cx="7158355" cy="6306820"/>
            <a:chOff x="9680057" y="1327943"/>
            <a:chExt cx="7158355" cy="6306820"/>
          </a:xfrm>
        </p:grpSpPr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80057" y="1327943"/>
              <a:ext cx="7158147" cy="63064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959662" y="1889654"/>
              <a:ext cx="611372" cy="1021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704925" y="5336513"/>
              <a:ext cx="1655799" cy="1404276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870807" y="8681243"/>
            <a:ext cx="2725700" cy="2297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564510" y="7302500"/>
            <a:ext cx="1248217" cy="2017051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273691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13798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94010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97801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56330" y="3268397"/>
            <a:ext cx="0" cy="1659889"/>
          </a:xfrm>
          <a:custGeom>
            <a:avLst/>
            <a:gdLst/>
            <a:ahLst/>
            <a:cxnLst/>
            <a:rect l="l" t="t" r="r" b="b"/>
            <a:pathLst>
              <a:path h="1659889">
                <a:moveTo>
                  <a:pt x="0" y="165959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49279" y="3779042"/>
            <a:ext cx="0" cy="1327785"/>
          </a:xfrm>
          <a:custGeom>
            <a:avLst/>
            <a:gdLst/>
            <a:ahLst/>
            <a:cxnLst/>
            <a:rect l="l" t="t" r="r" b="b"/>
            <a:pathLst>
              <a:path h="1327785">
                <a:moveTo>
                  <a:pt x="0" y="132767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74753" y="2272638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27596" y="2272638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54965" y="3242864"/>
            <a:ext cx="0" cy="1609090"/>
          </a:xfrm>
          <a:custGeom>
            <a:avLst/>
            <a:gdLst/>
            <a:ahLst/>
            <a:cxnLst/>
            <a:rect l="l" t="t" r="r" b="b"/>
            <a:pathLst>
              <a:path h="1609089">
                <a:moveTo>
                  <a:pt x="0" y="1608533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2228" y="2272638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3175">
            <a:solidFill>
              <a:srgbClr val="C1C3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46019" y="3268397"/>
            <a:ext cx="0" cy="1583055"/>
          </a:xfrm>
          <a:custGeom>
            <a:avLst/>
            <a:gdLst/>
            <a:ahLst/>
            <a:cxnLst/>
            <a:rect l="l" t="t" r="r" b="b"/>
            <a:pathLst>
              <a:path h="1583054">
                <a:moveTo>
                  <a:pt x="0" y="158300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11599" y="4366285"/>
            <a:ext cx="0" cy="511175"/>
          </a:xfrm>
          <a:custGeom>
            <a:avLst/>
            <a:gdLst/>
            <a:ahLst/>
            <a:cxnLst/>
            <a:rect l="l" t="t" r="r" b="b"/>
            <a:pathLst>
              <a:path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64442" y="3676913"/>
            <a:ext cx="0" cy="1200150"/>
          </a:xfrm>
          <a:custGeom>
            <a:avLst/>
            <a:gdLst/>
            <a:ahLst/>
            <a:cxnLst/>
            <a:rect l="l" t="t" r="r" b="b"/>
            <a:pathLst>
              <a:path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3668232" y="3217332"/>
            <a:ext cx="127635" cy="1685289"/>
            <a:chOff x="3668232" y="3217332"/>
            <a:chExt cx="127635" cy="1685289"/>
          </a:xfrm>
        </p:grpSpPr>
        <p:sp>
          <p:nvSpPr>
            <p:cNvPr id="30" name="object 30"/>
            <p:cNvSpPr/>
            <p:nvPr/>
          </p:nvSpPr>
          <p:spPr>
            <a:xfrm>
              <a:off x="3706443" y="3217332"/>
              <a:ext cx="0" cy="1659889"/>
            </a:xfrm>
            <a:custGeom>
              <a:avLst/>
              <a:gdLst/>
              <a:ahLst/>
              <a:cxnLst/>
              <a:rect l="l" t="t" r="r" b="b"/>
              <a:pathLst>
                <a:path h="1659889">
                  <a:moveTo>
                    <a:pt x="0" y="1659598"/>
                  </a:moveTo>
                  <a:lnTo>
                    <a:pt x="0" y="0"/>
                  </a:lnTo>
                </a:path>
              </a:pathLst>
            </a:custGeom>
            <a:ln w="76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82864" y="3830107"/>
              <a:ext cx="0" cy="1072515"/>
            </a:xfrm>
            <a:custGeom>
              <a:avLst/>
              <a:gdLst/>
              <a:ahLst/>
              <a:cxnLst/>
              <a:rect l="l" t="t" r="r" b="b"/>
              <a:pathLst>
                <a:path h="1072514">
                  <a:moveTo>
                    <a:pt x="0" y="1072355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3935708" y="3217332"/>
            <a:ext cx="0" cy="1685289"/>
          </a:xfrm>
          <a:custGeom>
            <a:avLst/>
            <a:gdLst/>
            <a:ahLst/>
            <a:cxnLst/>
            <a:rect l="l" t="t" r="r" b="b"/>
            <a:pathLst>
              <a:path h="1685289">
                <a:moveTo>
                  <a:pt x="0" y="168513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01288" y="3217332"/>
            <a:ext cx="0" cy="1685289"/>
          </a:xfrm>
          <a:custGeom>
            <a:avLst/>
            <a:gdLst/>
            <a:ahLst/>
            <a:cxnLst/>
            <a:rect l="l" t="t" r="r" b="b"/>
            <a:pathLst>
              <a:path h="1685289">
                <a:moveTo>
                  <a:pt x="0" y="168513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79605" y="3217332"/>
            <a:ext cx="0" cy="1710689"/>
          </a:xfrm>
          <a:custGeom>
            <a:avLst/>
            <a:gdLst/>
            <a:ahLst/>
            <a:cxnLst/>
            <a:rect l="l" t="t" r="r" b="b"/>
            <a:pathLst>
              <a:path h="1710689">
                <a:moveTo>
                  <a:pt x="0" y="171066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32448" y="4238623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61712" y="4238623"/>
            <a:ext cx="0" cy="817244"/>
          </a:xfrm>
          <a:custGeom>
            <a:avLst/>
            <a:gdLst/>
            <a:ahLst/>
            <a:cxnLst/>
            <a:rect l="l" t="t" r="r" b="b"/>
            <a:pathLst>
              <a:path h="817245">
                <a:moveTo>
                  <a:pt x="0" y="817033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20772" y="2144976"/>
            <a:ext cx="0" cy="1430020"/>
          </a:xfrm>
          <a:custGeom>
            <a:avLst/>
            <a:gdLst/>
            <a:ahLst/>
            <a:cxnLst/>
            <a:rect l="l" t="t" r="r" b="b"/>
            <a:pathLst>
              <a:path h="1430020">
                <a:moveTo>
                  <a:pt x="0" y="142980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661408" y="2579025"/>
            <a:ext cx="0" cy="2068195"/>
          </a:xfrm>
          <a:custGeom>
            <a:avLst/>
            <a:gdLst/>
            <a:ahLst/>
            <a:cxnLst/>
            <a:rect l="l" t="t" r="r" b="b"/>
            <a:pathLst>
              <a:path h="2068195">
                <a:moveTo>
                  <a:pt x="0" y="206811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941621" y="7379094"/>
            <a:ext cx="0" cy="1379220"/>
          </a:xfrm>
          <a:custGeom>
            <a:avLst/>
            <a:gdLst/>
            <a:ahLst/>
            <a:cxnLst/>
            <a:rect l="l" t="t" r="r" b="b"/>
            <a:pathLst>
              <a:path h="1379220">
                <a:moveTo>
                  <a:pt x="0" y="1378743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068990" y="5489705"/>
            <a:ext cx="0" cy="741045"/>
          </a:xfrm>
          <a:custGeom>
            <a:avLst/>
            <a:gdLst/>
            <a:ahLst/>
            <a:cxnLst/>
            <a:rect l="l" t="t" r="r" b="b"/>
            <a:pathLst>
              <a:path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056253" y="1864121"/>
            <a:ext cx="0" cy="2783205"/>
          </a:xfrm>
          <a:custGeom>
            <a:avLst/>
            <a:gdLst/>
            <a:ahLst/>
            <a:cxnLst/>
            <a:rect l="l" t="t" r="r" b="b"/>
            <a:pathLst>
              <a:path h="2783204">
                <a:moveTo>
                  <a:pt x="0" y="2783018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119938" y="7379094"/>
            <a:ext cx="0" cy="1532255"/>
          </a:xfrm>
          <a:custGeom>
            <a:avLst/>
            <a:gdLst/>
            <a:ahLst/>
            <a:cxnLst/>
            <a:rect l="l" t="t" r="r" b="b"/>
            <a:pathLst>
              <a:path h="1532254">
                <a:moveTo>
                  <a:pt x="0" y="153193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72780" y="3140735"/>
            <a:ext cx="0" cy="1506855"/>
          </a:xfrm>
          <a:custGeom>
            <a:avLst/>
            <a:gdLst/>
            <a:ahLst/>
            <a:cxnLst/>
            <a:rect l="l" t="t" r="r" b="b"/>
            <a:pathLst>
              <a:path h="1506854">
                <a:moveTo>
                  <a:pt x="0" y="150640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72780" y="5693964"/>
            <a:ext cx="0" cy="536575"/>
          </a:xfrm>
          <a:custGeom>
            <a:avLst/>
            <a:gdLst/>
            <a:ahLst/>
            <a:cxnLst/>
            <a:rect l="l" t="t" r="r" b="b"/>
            <a:pathLst>
              <a:path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578466" y="2068379"/>
            <a:ext cx="0" cy="2579370"/>
          </a:xfrm>
          <a:custGeom>
            <a:avLst/>
            <a:gdLst/>
            <a:ahLst/>
            <a:cxnLst/>
            <a:rect l="l" t="t" r="r" b="b"/>
            <a:pathLst>
              <a:path h="2579370">
                <a:moveTo>
                  <a:pt x="0" y="257876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578466" y="5668431"/>
            <a:ext cx="0" cy="944880"/>
          </a:xfrm>
          <a:custGeom>
            <a:avLst/>
            <a:gdLst/>
            <a:ahLst/>
            <a:cxnLst/>
            <a:rect l="l" t="t" r="r" b="b"/>
            <a:pathLst>
              <a:path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9769216" y="5259915"/>
            <a:ext cx="0" cy="944880"/>
          </a:xfrm>
          <a:custGeom>
            <a:avLst/>
            <a:gdLst/>
            <a:ahLst/>
            <a:cxnLst/>
            <a:rect l="l" t="t" r="r" b="b"/>
            <a:pathLst>
              <a:path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769216" y="2068379"/>
            <a:ext cx="0" cy="2451100"/>
          </a:xfrm>
          <a:custGeom>
            <a:avLst/>
            <a:gdLst/>
            <a:ahLst/>
            <a:cxnLst/>
            <a:rect l="l" t="t" r="r" b="b"/>
            <a:pathLst>
              <a:path h="2451100">
                <a:moveTo>
                  <a:pt x="0" y="245109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0227746" y="5055656"/>
            <a:ext cx="0" cy="1149350"/>
          </a:xfrm>
          <a:custGeom>
            <a:avLst/>
            <a:gdLst/>
            <a:ahLst/>
            <a:cxnLst/>
            <a:rect l="l" t="t" r="r" b="b"/>
            <a:pathLst>
              <a:path h="1149350">
                <a:moveTo>
                  <a:pt x="0" y="114895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0227746" y="3753510"/>
            <a:ext cx="0" cy="894080"/>
          </a:xfrm>
          <a:custGeom>
            <a:avLst/>
            <a:gdLst/>
            <a:ahLst/>
            <a:cxnLst/>
            <a:rect l="l" t="t" r="r" b="b"/>
            <a:pathLst>
              <a:path h="894079">
                <a:moveTo>
                  <a:pt x="0" y="89362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0380589" y="5055656"/>
            <a:ext cx="0" cy="1149350"/>
          </a:xfrm>
          <a:custGeom>
            <a:avLst/>
            <a:gdLst/>
            <a:ahLst/>
            <a:cxnLst/>
            <a:rect l="l" t="t" r="r" b="b"/>
            <a:pathLst>
              <a:path h="1149350">
                <a:moveTo>
                  <a:pt x="0" y="114895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0380589" y="7634417"/>
            <a:ext cx="0" cy="1276985"/>
          </a:xfrm>
          <a:custGeom>
            <a:avLst/>
            <a:gdLst/>
            <a:ahLst/>
            <a:cxnLst/>
            <a:rect l="l" t="t" r="r" b="b"/>
            <a:pathLst>
              <a:path h="1276984">
                <a:moveTo>
                  <a:pt x="0" y="127661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0444274" y="1864121"/>
            <a:ext cx="0" cy="2860040"/>
          </a:xfrm>
          <a:custGeom>
            <a:avLst/>
            <a:gdLst/>
            <a:ahLst/>
            <a:cxnLst/>
            <a:rect l="l" t="t" r="r" b="b"/>
            <a:pathLst>
              <a:path h="2860040">
                <a:moveTo>
                  <a:pt x="0" y="2859615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0520695" y="7634417"/>
            <a:ext cx="0" cy="1123950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520695" y="5362044"/>
            <a:ext cx="0" cy="842644"/>
          </a:xfrm>
          <a:custGeom>
            <a:avLst/>
            <a:gdLst/>
            <a:ahLst/>
            <a:cxnLst/>
            <a:rect l="l" t="t" r="r" b="b"/>
            <a:pathLst>
              <a:path h="842645">
                <a:moveTo>
                  <a:pt x="0" y="84256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0864591" y="2962009"/>
            <a:ext cx="0" cy="715010"/>
          </a:xfrm>
          <a:custGeom>
            <a:avLst/>
            <a:gdLst/>
            <a:ahLst/>
            <a:cxnLst/>
            <a:rect l="l" t="t" r="r" b="b"/>
            <a:pathLst>
              <a:path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5602726" y="3191800"/>
            <a:ext cx="0" cy="4110990"/>
          </a:xfrm>
          <a:custGeom>
            <a:avLst/>
            <a:gdLst/>
            <a:ahLst/>
            <a:cxnLst/>
            <a:rect l="l" t="t" r="r" b="b"/>
            <a:pathLst>
              <a:path h="4110990">
                <a:moveTo>
                  <a:pt x="0" y="411069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5819254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6086729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6226835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591811" y="1940718"/>
            <a:ext cx="3566795" cy="0"/>
          </a:xfrm>
          <a:custGeom>
            <a:avLst/>
            <a:gdLst/>
            <a:ahLst/>
            <a:cxnLst/>
            <a:rect l="l" t="t" r="r" b="b"/>
            <a:pathLst>
              <a:path w="3566795">
                <a:moveTo>
                  <a:pt x="0" y="0"/>
                </a:moveTo>
                <a:lnTo>
                  <a:pt x="3566337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9654585" y="1940718"/>
            <a:ext cx="5196840" cy="0"/>
          </a:xfrm>
          <a:custGeom>
            <a:avLst/>
            <a:gdLst/>
            <a:ahLst/>
            <a:cxnLst/>
            <a:rect l="l" t="t" r="r" b="b"/>
            <a:pathLst>
              <a:path w="5196840">
                <a:moveTo>
                  <a:pt x="0" y="0"/>
                </a:moveTo>
                <a:lnTo>
                  <a:pt x="5196663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527823" y="2170508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808035" y="2591791"/>
            <a:ext cx="892175" cy="0"/>
          </a:xfrm>
          <a:custGeom>
            <a:avLst/>
            <a:gdLst/>
            <a:ahLst/>
            <a:cxnLst/>
            <a:rect l="l" t="t" r="r" b="b"/>
            <a:pathLst>
              <a:path w="892175">
                <a:moveTo>
                  <a:pt x="0" y="0"/>
                </a:moveTo>
                <a:lnTo>
                  <a:pt x="89158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776648" y="3459889"/>
            <a:ext cx="1630680" cy="0"/>
          </a:xfrm>
          <a:custGeom>
            <a:avLst/>
            <a:gdLst/>
            <a:ahLst/>
            <a:cxnLst/>
            <a:rect l="l" t="t" r="r" b="b"/>
            <a:pathLst>
              <a:path w="1630679">
                <a:moveTo>
                  <a:pt x="0" y="0"/>
                </a:moveTo>
                <a:lnTo>
                  <a:pt x="1630325" y="0"/>
                </a:lnTo>
              </a:path>
            </a:pathLst>
          </a:custGeom>
          <a:ln w="1021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649279" y="3779042"/>
            <a:ext cx="1758314" cy="0"/>
          </a:xfrm>
          <a:custGeom>
            <a:avLst/>
            <a:gdLst/>
            <a:ahLst/>
            <a:cxnLst/>
            <a:rect l="l" t="t" r="r" b="b"/>
            <a:pathLst>
              <a:path w="1758314">
                <a:moveTo>
                  <a:pt x="0" y="0"/>
                </a:moveTo>
                <a:lnTo>
                  <a:pt x="175769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904017" y="3945002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5">
                <a:moveTo>
                  <a:pt x="0" y="0"/>
                </a:moveTo>
                <a:lnTo>
                  <a:pt x="150295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878543" y="4187559"/>
            <a:ext cx="2292985" cy="0"/>
          </a:xfrm>
          <a:custGeom>
            <a:avLst/>
            <a:gdLst/>
            <a:ahLst/>
            <a:cxnLst/>
            <a:rect l="l" t="t" r="r" b="b"/>
            <a:pathLst>
              <a:path w="2292985">
                <a:moveTo>
                  <a:pt x="0" y="0"/>
                </a:moveTo>
                <a:lnTo>
                  <a:pt x="2292645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878543" y="4493946"/>
            <a:ext cx="2267585" cy="0"/>
          </a:xfrm>
          <a:custGeom>
            <a:avLst/>
            <a:gdLst/>
            <a:ahLst/>
            <a:cxnLst/>
            <a:rect l="l" t="t" r="r" b="b"/>
            <a:pathLst>
              <a:path w="2267585">
                <a:moveTo>
                  <a:pt x="0" y="0"/>
                </a:moveTo>
                <a:lnTo>
                  <a:pt x="2267171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954965" y="4774801"/>
            <a:ext cx="2063750" cy="0"/>
          </a:xfrm>
          <a:custGeom>
            <a:avLst/>
            <a:gdLst/>
            <a:ahLst/>
            <a:cxnLst/>
            <a:rect l="l" t="t" r="r" b="b"/>
            <a:pathLst>
              <a:path w="2063750">
                <a:moveTo>
                  <a:pt x="0" y="0"/>
                </a:moveTo>
                <a:lnTo>
                  <a:pt x="2063380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649279" y="5081189"/>
            <a:ext cx="1325245" cy="0"/>
          </a:xfrm>
          <a:custGeom>
            <a:avLst/>
            <a:gdLst/>
            <a:ahLst/>
            <a:cxnLst/>
            <a:rect l="l" t="t" r="r" b="b"/>
            <a:pathLst>
              <a:path w="1325245">
                <a:moveTo>
                  <a:pt x="0" y="0"/>
                </a:moveTo>
                <a:lnTo>
                  <a:pt x="132463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011826" y="5936520"/>
            <a:ext cx="688340" cy="0"/>
          </a:xfrm>
          <a:custGeom>
            <a:avLst/>
            <a:gdLst/>
            <a:ahLst/>
            <a:cxnLst/>
            <a:rect l="l" t="t" r="r" b="b"/>
            <a:pathLst>
              <a:path w="688340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616677" y="6625892"/>
            <a:ext cx="2063750" cy="0"/>
          </a:xfrm>
          <a:custGeom>
            <a:avLst/>
            <a:gdLst/>
            <a:ahLst/>
            <a:cxnLst/>
            <a:rect l="l" t="t" r="r" b="b"/>
            <a:pathLst>
              <a:path w="2063750">
                <a:moveTo>
                  <a:pt x="0" y="0"/>
                </a:moveTo>
                <a:lnTo>
                  <a:pt x="2063380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540256" y="7200369"/>
            <a:ext cx="2446020" cy="0"/>
          </a:xfrm>
          <a:custGeom>
            <a:avLst/>
            <a:gdLst/>
            <a:ahLst/>
            <a:cxnLst/>
            <a:rect l="l" t="t" r="r" b="b"/>
            <a:pathLst>
              <a:path w="2446020">
                <a:moveTo>
                  <a:pt x="0" y="0"/>
                </a:moveTo>
                <a:lnTo>
                  <a:pt x="2445488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961485" y="8796136"/>
            <a:ext cx="688340" cy="0"/>
          </a:xfrm>
          <a:custGeom>
            <a:avLst/>
            <a:gdLst/>
            <a:ahLst/>
            <a:cxnLst/>
            <a:rect l="l" t="t" r="r" b="b"/>
            <a:pathLst>
              <a:path w="688339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367852" y="8796136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5">
                <a:moveTo>
                  <a:pt x="0" y="0"/>
                </a:moveTo>
                <a:lnTo>
                  <a:pt x="1502956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2561125" y="562040"/>
            <a:ext cx="12348845" cy="669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532495" algn="l"/>
              </a:tabLst>
            </a:pPr>
            <a:r>
              <a:rPr sz="4200" b="1" spc="-315">
                <a:solidFill>
                  <a:srgbClr val="070E16"/>
                </a:solidFill>
                <a:latin typeface="Arial"/>
                <a:cs typeface="Arial"/>
              </a:rPr>
              <a:t>THE</a:t>
            </a:r>
            <a:r>
              <a:rPr sz="4200" b="1" spc="-335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4200" b="1" spc="-330">
                <a:solidFill>
                  <a:srgbClr val="070E16"/>
                </a:solidFill>
                <a:latin typeface="Arial"/>
                <a:cs typeface="Arial"/>
              </a:rPr>
              <a:t>BUSINESS</a:t>
            </a:r>
            <a:r>
              <a:rPr sz="4200" b="1" spc="-5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4200" b="1" spc="-415">
                <a:solidFill>
                  <a:srgbClr val="070E16"/>
                </a:solidFill>
                <a:latin typeface="Arial"/>
                <a:cs typeface="Arial"/>
              </a:rPr>
              <a:t>CHALLENGE:</a:t>
            </a:r>
            <a:r>
              <a:rPr sz="4200" b="1" spc="50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4200" b="1" spc="-470">
                <a:solidFill>
                  <a:srgbClr val="070E16"/>
                </a:solidFill>
                <a:latin typeface="Arial"/>
                <a:cs typeface="Arial"/>
              </a:rPr>
              <a:t>CYCLE</a:t>
            </a:r>
            <a:r>
              <a:rPr sz="4200" b="1">
                <a:solidFill>
                  <a:srgbClr val="070E16"/>
                </a:solidFill>
                <a:latin typeface="Arial"/>
                <a:cs typeface="Arial"/>
              </a:rPr>
              <a:t>	</a:t>
            </a:r>
            <a:r>
              <a:rPr sz="4200" b="1" spc="-375">
                <a:solidFill>
                  <a:srgbClr val="070E16"/>
                </a:solidFill>
                <a:latin typeface="Arial"/>
                <a:cs typeface="Arial"/>
              </a:rPr>
              <a:t>CRAFT</a:t>
            </a:r>
            <a:r>
              <a:rPr sz="4200" b="1" spc="-140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4200" b="1" spc="-500">
                <a:solidFill>
                  <a:srgbClr val="070E16"/>
                </a:solidFill>
                <a:latin typeface="Arial"/>
                <a:cs typeface="Arial"/>
              </a:rPr>
              <a:t>GEORGIA</a:t>
            </a:r>
            <a:endParaRPr sz="42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2242123" y="2267087"/>
            <a:ext cx="2501265" cy="988694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460"/>
              </a:spcBef>
              <a:tabLst>
                <a:tab pos="410209" algn="l"/>
              </a:tabLst>
            </a:pPr>
            <a:r>
              <a:rPr sz="2100" spc="-50">
                <a:solidFill>
                  <a:srgbClr val="242628"/>
                </a:solidFill>
                <a:latin typeface="Arial"/>
                <a:cs typeface="Arial"/>
              </a:rPr>
              <a:t>r</a:t>
            </a:r>
            <a:r>
              <a:rPr sz="2100">
                <a:solidFill>
                  <a:srgbClr val="242628"/>
                </a:solidFill>
                <a:latin typeface="Arial"/>
                <a:cs typeface="Arial"/>
              </a:rPr>
              <a:t>	</a:t>
            </a:r>
            <a:r>
              <a:rPr sz="2100" spc="-310">
                <a:solidFill>
                  <a:srgbClr val="242628"/>
                </a:solidFill>
                <a:latin typeface="Arial"/>
                <a:cs typeface="Arial"/>
              </a:rPr>
              <a:t>,</a:t>
            </a:r>
            <a:r>
              <a:rPr sz="2100" spc="-310">
                <a:solidFill>
                  <a:srgbClr val="C1C3C4"/>
                </a:solidFill>
                <a:latin typeface="Arial"/>
                <a:cs typeface="Arial"/>
              </a:rPr>
              <a:t>·-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70">
                <a:solidFill>
                  <a:srgbClr val="242628"/>
                </a:solidFill>
                <a:latin typeface="Arial"/>
                <a:cs typeface="Arial"/>
              </a:rPr>
              <a:t>AtIanta</a:t>
            </a:r>
            <a:r>
              <a:rPr sz="2000" spc="-4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000" spc="145">
                <a:solidFill>
                  <a:srgbClr val="A7A8AC"/>
                </a:solidFill>
                <a:latin typeface="Arial"/>
                <a:cs typeface="Arial"/>
              </a:rPr>
              <a:t>-</a:t>
            </a:r>
            <a:r>
              <a:rPr sz="2000" spc="-215">
                <a:solidFill>
                  <a:srgbClr val="A7A8AC"/>
                </a:solidFill>
                <a:latin typeface="Arial"/>
                <a:cs typeface="Arial"/>
              </a:rPr>
              <a:t>.</a:t>
            </a:r>
            <a:r>
              <a:rPr sz="2000" spc="-215">
                <a:solidFill>
                  <a:srgbClr val="242628"/>
                </a:solidFill>
                <a:latin typeface="Arial"/>
                <a:cs typeface="Arial"/>
              </a:rPr>
              <a:t>�</a:t>
            </a:r>
            <a:r>
              <a:rPr sz="2000" spc="-215">
                <a:solidFill>
                  <a:srgbClr val="363B3F"/>
                </a:solidFill>
                <a:latin typeface="Arial"/>
                <a:cs typeface="Arial"/>
              </a:rPr>
              <a:t>..</a:t>
            </a:r>
            <a:r>
              <a:rPr sz="1350" spc="-215">
                <a:solidFill>
                  <a:srgbClr val="A7A8AC"/>
                </a:solidFill>
                <a:latin typeface="Arial"/>
                <a:cs typeface="Arial"/>
              </a:rPr>
              <a:t>'</a:t>
            </a:r>
            <a:r>
              <a:rPr sz="2000" spc="-215">
                <a:solidFill>
                  <a:srgbClr val="363B3F"/>
                </a:solidFill>
                <a:latin typeface="Arial"/>
                <a:cs typeface="Arial"/>
              </a:rPr>
              <a:t>.</a:t>
            </a:r>
            <a:r>
              <a:rPr sz="1350" spc="-215">
                <a:solidFill>
                  <a:srgbClr val="A7A8AC"/>
                </a:solidFill>
                <a:latin typeface="Arial"/>
                <a:cs typeface="Arial"/>
              </a:rPr>
              <a:t>-</a:t>
            </a:r>
            <a:r>
              <a:rPr sz="2000" spc="105">
                <a:solidFill>
                  <a:srgbClr val="363B3F"/>
                </a:solidFill>
                <a:latin typeface="Arial"/>
                <a:cs typeface="Arial"/>
              </a:rPr>
              <a:t>.</a:t>
            </a:r>
            <a:r>
              <a:rPr sz="1350" spc="105">
                <a:solidFill>
                  <a:srgbClr val="A7A8AC"/>
                </a:solidFill>
                <a:latin typeface="Arial"/>
                <a:cs typeface="Arial"/>
              </a:rPr>
              <a:t>H</a:t>
            </a:r>
            <a:r>
              <a:rPr sz="1350" spc="105">
                <a:solidFill>
                  <a:srgbClr val="8E8E90"/>
                </a:solidFill>
                <a:latin typeface="Arial"/>
                <a:cs typeface="Arial"/>
              </a:rPr>
              <a:t>I-</a:t>
            </a:r>
            <a:r>
              <a:rPr sz="1350" spc="175">
                <a:solidFill>
                  <a:srgbClr val="8E8E90"/>
                </a:solidFill>
                <a:latin typeface="Arial"/>
                <a:cs typeface="Arial"/>
              </a:rPr>
              <a:t>H-</a:t>
            </a:r>
            <a:r>
              <a:rPr sz="1350" spc="100">
                <a:solidFill>
                  <a:srgbClr val="8E8E90"/>
                </a:solidFill>
                <a:latin typeface="Arial"/>
                <a:cs typeface="Arial"/>
              </a:rPr>
              <a:t>--</a:t>
            </a:r>
            <a:r>
              <a:rPr sz="1350" spc="-10">
                <a:solidFill>
                  <a:srgbClr val="8E8E90"/>
                </a:solidFill>
                <a:latin typeface="Arial"/>
                <a:cs typeface="Arial"/>
              </a:rPr>
              <a:t>h</a:t>
            </a:r>
            <a:r>
              <a:rPr sz="1350" spc="-10">
                <a:solidFill>
                  <a:srgbClr val="363B3F"/>
                </a:solidFill>
                <a:latin typeface="Arial"/>
                <a:cs typeface="Arial"/>
              </a:rPr>
              <a:t>"'I.</a:t>
            </a:r>
            <a:endParaRPr sz="13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516863" y="5604669"/>
            <a:ext cx="11811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85">
                <a:solidFill>
                  <a:srgbClr val="62727C"/>
                </a:solidFill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477398" y="5866374"/>
            <a:ext cx="6731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15">
                <a:solidFill>
                  <a:srgbClr val="8E8E90"/>
                </a:solidFill>
                <a:latin typeface="Times New Roman"/>
                <a:cs typeface="Times New Roman"/>
              </a:rPr>
              <a:t>/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286876" y="3638682"/>
            <a:ext cx="1184275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10">
                <a:solidFill>
                  <a:srgbClr val="242628"/>
                </a:solidFill>
                <a:latin typeface="Arial"/>
                <a:cs typeface="Arial"/>
              </a:rPr>
              <a:t>Savannah</a:t>
            </a:r>
            <a:endParaRPr sz="20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470957" y="3881239"/>
            <a:ext cx="972819" cy="837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300">
                <a:solidFill>
                  <a:srgbClr val="8E8E90"/>
                </a:solidFill>
                <a:latin typeface="Arial"/>
                <a:cs typeface="Arial"/>
              </a:rPr>
              <a:t>J-</a:t>
            </a:r>
            <a:r>
              <a:rPr sz="5300" spc="-50">
                <a:solidFill>
                  <a:srgbClr val="8E8E90"/>
                </a:solidFill>
                <a:latin typeface="Arial"/>
                <a:cs typeface="Arial"/>
              </a:rPr>
              <a:t>1</a:t>
            </a:r>
            <a:endParaRPr sz="53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396924" y="4111029"/>
            <a:ext cx="151765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-1110">
                <a:solidFill>
                  <a:srgbClr val="62727C"/>
                </a:solidFill>
                <a:latin typeface="Times New Roman"/>
                <a:cs typeface="Times New Roman"/>
              </a:rPr>
              <a:t>····</a:t>
            </a:r>
            <a:r>
              <a:rPr sz="7200" spc="-2130">
                <a:solidFill>
                  <a:srgbClr val="62727C"/>
                </a:solidFill>
                <a:latin typeface="Times New Roman"/>
                <a:cs typeface="Times New Roman"/>
              </a:rPr>
              <a:t>-</a:t>
            </a:r>
            <a:r>
              <a:rPr sz="10800" spc="-2970" baseline="2314">
                <a:solidFill>
                  <a:srgbClr val="62727C"/>
                </a:solidFill>
                <a:latin typeface="Arial"/>
                <a:cs typeface="Arial"/>
              </a:rPr>
              <a:t>.</a:t>
            </a:r>
            <a:r>
              <a:rPr sz="7200" spc="-5440">
                <a:solidFill>
                  <a:srgbClr val="62727C"/>
                </a:solidFill>
                <a:latin typeface="Times New Roman"/>
                <a:cs typeface="Times New Roman"/>
              </a:rPr>
              <a:t>�</a:t>
            </a:r>
            <a:r>
              <a:rPr sz="10800" spc="-1395" baseline="2314">
                <a:solidFill>
                  <a:srgbClr val="62727C"/>
                </a:solidFill>
                <a:latin typeface="Arial"/>
                <a:cs typeface="Arial"/>
              </a:rPr>
              <a:t>..</a:t>
            </a:r>
            <a:r>
              <a:rPr sz="10800" spc="-1380" baseline="2314">
                <a:solidFill>
                  <a:srgbClr val="62727C"/>
                </a:solidFill>
                <a:latin typeface="Arial"/>
                <a:cs typeface="Arial"/>
              </a:rPr>
              <a:t>.</a:t>
            </a:r>
            <a:r>
              <a:rPr sz="10800" spc="-1320" baseline="2314">
                <a:solidFill>
                  <a:srgbClr val="62727C"/>
                </a:solidFill>
                <a:latin typeface="Arial"/>
                <a:cs typeface="Arial"/>
              </a:rPr>
              <a:t> </a:t>
            </a:r>
            <a:r>
              <a:rPr sz="2000" spc="-555">
                <a:solidFill>
                  <a:srgbClr val="A7A8AC"/>
                </a:solidFill>
                <a:latin typeface="Times New Roman"/>
                <a:cs typeface="Times New Roman"/>
              </a:rPr>
              <a:t>•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016348" y="4111029"/>
            <a:ext cx="1965960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800" spc="-1139" baseline="2314">
                <a:solidFill>
                  <a:srgbClr val="62727C"/>
                </a:solidFill>
                <a:latin typeface="Times New Roman"/>
                <a:cs typeface="Times New Roman"/>
              </a:rPr>
              <a:t>.</a:t>
            </a:r>
            <a:r>
              <a:rPr sz="10800" spc="-2940" baseline="2314">
                <a:solidFill>
                  <a:srgbClr val="62727C"/>
                </a:solidFill>
                <a:latin typeface="Times New Roman"/>
                <a:cs typeface="Times New Roman"/>
              </a:rPr>
              <a:t>.</a:t>
            </a:r>
            <a:r>
              <a:rPr sz="7050" spc="-760">
                <a:solidFill>
                  <a:srgbClr val="62727C"/>
                </a:solidFill>
                <a:latin typeface="Times New Roman"/>
                <a:cs typeface="Times New Roman"/>
              </a:rPr>
              <a:t>·•••••</a:t>
            </a:r>
            <a:r>
              <a:rPr sz="7050" spc="-1010">
                <a:solidFill>
                  <a:srgbClr val="62727C"/>
                </a:solidFill>
                <a:latin typeface="Times New Roman"/>
                <a:cs typeface="Times New Roman"/>
              </a:rPr>
              <a:t>·</a:t>
            </a:r>
            <a:r>
              <a:rPr sz="10800" spc="-1679" baseline="2314">
                <a:solidFill>
                  <a:srgbClr val="62727C"/>
                </a:solidFill>
                <a:latin typeface="Times New Roman"/>
                <a:cs typeface="Times New Roman"/>
              </a:rPr>
              <a:t>.</a:t>
            </a:r>
            <a:r>
              <a:rPr sz="10800" spc="-1139" baseline="2314">
                <a:solidFill>
                  <a:srgbClr val="62727C"/>
                </a:solidFill>
                <a:latin typeface="Times New Roman"/>
                <a:cs typeface="Times New Roman"/>
              </a:rPr>
              <a:t>..</a:t>
            </a:r>
            <a:endParaRPr sz="10800" baseline="2314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693971" y="4519546"/>
            <a:ext cx="3450590" cy="1431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4285"/>
              </a:lnSpc>
              <a:spcBef>
                <a:spcPts val="125"/>
              </a:spcBef>
              <a:tabLst>
                <a:tab pos="848994" algn="l"/>
                <a:tab pos="2802255" algn="l"/>
              </a:tabLst>
            </a:pPr>
            <a:r>
              <a:rPr sz="1950" spc="-170">
                <a:solidFill>
                  <a:srgbClr val="7E5748"/>
                </a:solidFill>
                <a:latin typeface="Courier New"/>
                <a:cs typeface="Courier New"/>
              </a:rPr>
              <a:t>;</a:t>
            </a:r>
            <a:r>
              <a:rPr sz="1950" spc="-185">
                <a:solidFill>
                  <a:srgbClr val="7E5748"/>
                </a:solidFill>
                <a:latin typeface="Courier New"/>
                <a:cs typeface="Courier New"/>
              </a:rPr>
              <a:t> </a:t>
            </a:r>
            <a:r>
              <a:rPr sz="3300" spc="-50">
                <a:solidFill>
                  <a:srgbClr val="7E5748"/>
                </a:solidFill>
                <a:latin typeface="Arial"/>
                <a:cs typeface="Arial"/>
              </a:rPr>
              <a:t>.</a:t>
            </a:r>
            <a:r>
              <a:rPr sz="3300">
                <a:solidFill>
                  <a:srgbClr val="7E5748"/>
                </a:solidFill>
                <a:latin typeface="Arial"/>
                <a:cs typeface="Arial"/>
              </a:rPr>
              <a:t>	</a:t>
            </a:r>
            <a:r>
              <a:rPr sz="5000" spc="-770">
                <a:solidFill>
                  <a:srgbClr val="62727C"/>
                </a:solidFill>
                <a:latin typeface="Courier New"/>
                <a:cs typeface="Courier New"/>
              </a:rPr>
              <a:t>..</a:t>
            </a:r>
            <a:r>
              <a:rPr sz="5400" spc="-1155" baseline="-32407">
                <a:solidFill>
                  <a:srgbClr val="62727C"/>
                </a:solidFill>
                <a:latin typeface="Arial"/>
                <a:cs typeface="Arial"/>
              </a:rPr>
              <a:t>••</a:t>
            </a:r>
            <a:r>
              <a:rPr sz="5400" baseline="-32407">
                <a:solidFill>
                  <a:srgbClr val="62727C"/>
                </a:solidFill>
                <a:latin typeface="Arial"/>
                <a:cs typeface="Arial"/>
              </a:rPr>
              <a:t>	</a:t>
            </a:r>
            <a:r>
              <a:rPr sz="5400" spc="-1110" baseline="-32407">
                <a:solidFill>
                  <a:srgbClr val="62727C"/>
                </a:solidFill>
                <a:latin typeface="Arial"/>
                <a:cs typeface="Arial"/>
              </a:rPr>
              <a:t>•</a:t>
            </a:r>
            <a:r>
              <a:rPr sz="5400" spc="-2752" baseline="-32407">
                <a:solidFill>
                  <a:srgbClr val="62727C"/>
                </a:solidFill>
                <a:latin typeface="Arial"/>
                <a:cs typeface="Arial"/>
              </a:rPr>
              <a:t>•</a:t>
            </a:r>
            <a:r>
              <a:rPr sz="5000" spc="-740">
                <a:solidFill>
                  <a:srgbClr val="62727C"/>
                </a:solidFill>
                <a:latin typeface="Courier New"/>
                <a:cs typeface="Courier New"/>
              </a:rPr>
              <a:t>..</a:t>
            </a:r>
            <a:endParaRPr sz="5000">
              <a:latin typeface="Courier New"/>
              <a:cs typeface="Courier New"/>
            </a:endParaRPr>
          </a:p>
          <a:p>
            <a:pPr marL="246379">
              <a:lnSpc>
                <a:spcPts val="6745"/>
              </a:lnSpc>
              <a:tabLst>
                <a:tab pos="1503680" algn="l"/>
              </a:tabLst>
            </a:pPr>
            <a:r>
              <a:rPr sz="1100" spc="-50">
                <a:solidFill>
                  <a:srgbClr val="7E5748"/>
                </a:solidFill>
                <a:latin typeface="Courier New"/>
                <a:cs typeface="Courier New"/>
              </a:rPr>
              <a:t>;</a:t>
            </a:r>
            <a:r>
              <a:rPr sz="1100">
                <a:solidFill>
                  <a:srgbClr val="7E5748"/>
                </a:solidFill>
                <a:latin typeface="Courier New"/>
                <a:cs typeface="Courier New"/>
              </a:rPr>
              <a:t>	</a:t>
            </a:r>
            <a:r>
              <a:rPr sz="7050" spc="-1195">
                <a:solidFill>
                  <a:srgbClr val="62727C"/>
                </a:solidFill>
                <a:latin typeface="Times New Roman"/>
                <a:cs typeface="Times New Roman"/>
              </a:rPr>
              <a:t>••····••</a:t>
            </a:r>
            <a:endParaRPr sz="705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991339" y="7500442"/>
            <a:ext cx="4724400" cy="10687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183515" algn="ctr">
              <a:lnSpc>
                <a:spcPts val="3180"/>
              </a:lnSpc>
              <a:spcBef>
                <a:spcPts val="115"/>
              </a:spcBef>
            </a:pPr>
            <a:r>
              <a:rPr sz="2750" b="1" spc="-150">
                <a:solidFill>
                  <a:srgbClr val="070E16"/>
                </a:solidFill>
                <a:latin typeface="Arial"/>
                <a:cs typeface="Arial"/>
              </a:rPr>
              <a:t>THE</a:t>
            </a:r>
            <a:r>
              <a:rPr sz="2750" b="1" spc="-160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2750" b="1" spc="-40">
                <a:solidFill>
                  <a:srgbClr val="070E16"/>
                </a:solidFill>
                <a:latin typeface="Arial"/>
                <a:cs typeface="Arial"/>
              </a:rPr>
              <a:t>PROBLEM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ts val="2400"/>
              </a:lnSpc>
            </a:pPr>
            <a:r>
              <a:rPr sz="2100">
                <a:solidFill>
                  <a:srgbClr val="242628"/>
                </a:solidFill>
                <a:latin typeface="Arial"/>
                <a:cs typeface="Arial"/>
              </a:rPr>
              <a:t>Regional</a:t>
            </a:r>
            <a:r>
              <a:rPr sz="2100" spc="7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55">
                <a:solidFill>
                  <a:srgbClr val="242628"/>
                </a:solidFill>
                <a:latin typeface="Arial"/>
                <a:cs typeface="Arial"/>
              </a:rPr>
              <a:t>Managers</a:t>
            </a:r>
            <a:r>
              <a:rPr sz="2100" spc="1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85">
                <a:solidFill>
                  <a:srgbClr val="242628"/>
                </a:solidFill>
                <a:latin typeface="Arial"/>
                <a:cs typeface="Arial"/>
              </a:rPr>
              <a:t>need</a:t>
            </a:r>
            <a:r>
              <a:rPr sz="2100" spc="60">
                <a:solidFill>
                  <a:srgbClr val="242628"/>
                </a:solidFill>
                <a:latin typeface="Arial"/>
                <a:cs typeface="Arial"/>
              </a:rPr>
              <a:t> high-</a:t>
            </a:r>
            <a:r>
              <a:rPr sz="2100" spc="55">
                <a:solidFill>
                  <a:srgbClr val="242628"/>
                </a:solidFill>
                <a:latin typeface="Arial"/>
                <a:cs typeface="Arial"/>
              </a:rPr>
              <a:t>margin</a:t>
            </a:r>
            <a:endParaRPr sz="2100">
              <a:latin typeface="Arial"/>
              <a:cs typeface="Arial"/>
            </a:endParaRPr>
          </a:p>
          <a:p>
            <a:pPr marR="183515" algn="ctr">
              <a:lnSpc>
                <a:spcPct val="100000"/>
              </a:lnSpc>
              <a:spcBef>
                <a:spcPts val="90"/>
              </a:spcBef>
              <a:tabLst>
                <a:tab pos="2334260" algn="l"/>
              </a:tabLst>
            </a:pPr>
            <a:r>
              <a:rPr sz="2100" spc="95">
                <a:solidFill>
                  <a:srgbClr val="242628"/>
                </a:solidFill>
                <a:latin typeface="Arial"/>
                <a:cs typeface="Arial"/>
              </a:rPr>
              <a:t>data</a:t>
            </a:r>
            <a:r>
              <a:rPr sz="2100" spc="9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65">
                <a:solidFill>
                  <a:srgbClr val="242628"/>
                </a:solidFill>
                <a:latin typeface="Arial"/>
                <a:cs typeface="Arial"/>
              </a:rPr>
              <a:t>(E-bikes)</a:t>
            </a:r>
            <a:r>
              <a:rPr sz="2100" spc="12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>
                <a:solidFill>
                  <a:srgbClr val="363B3F"/>
                </a:solidFill>
                <a:latin typeface="Arial"/>
                <a:cs typeface="Arial"/>
              </a:rPr>
              <a:t>-</a:t>
            </a:r>
            <a:r>
              <a:rPr sz="2100" spc="-50">
                <a:solidFill>
                  <a:srgbClr val="363B3F"/>
                </a:solidFill>
                <a:latin typeface="Arial"/>
                <a:cs typeface="Arial"/>
              </a:rPr>
              <a:t>-</a:t>
            </a:r>
            <a:r>
              <a:rPr sz="2100">
                <a:solidFill>
                  <a:srgbClr val="363B3F"/>
                </a:solidFill>
                <a:latin typeface="Arial"/>
                <a:cs typeface="Arial"/>
              </a:rPr>
              <a:t>	</a:t>
            </a:r>
            <a:r>
              <a:rPr sz="2100" spc="80">
                <a:solidFill>
                  <a:srgbClr val="242628"/>
                </a:solidFill>
                <a:latin typeface="Arial"/>
                <a:cs typeface="Arial"/>
              </a:rPr>
              <a:t>instantly.</a:t>
            </a:r>
            <a:endParaRPr sz="21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546724" y="6734472"/>
            <a:ext cx="242379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b="1" spc="-160">
                <a:solidFill>
                  <a:srgbClr val="070E16"/>
                </a:solidFill>
                <a:latin typeface="Arial"/>
                <a:cs typeface="Arial"/>
              </a:rPr>
              <a:t>THE</a:t>
            </a:r>
            <a:r>
              <a:rPr sz="2250" b="1" spc="-175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2250" b="1" spc="-140">
                <a:solidFill>
                  <a:srgbClr val="070E16"/>
                </a:solidFill>
                <a:latin typeface="Arial"/>
                <a:cs typeface="Arial"/>
              </a:rPr>
              <a:t>FRICTION</a:t>
            </a:r>
            <a:r>
              <a:rPr sz="2250" b="1" spc="-105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2250" b="1" spc="-155">
                <a:solidFill>
                  <a:srgbClr val="070E16"/>
                </a:solidFill>
                <a:latin typeface="Arial"/>
                <a:cs typeface="Arial"/>
              </a:rPr>
              <a:t>GAP</a:t>
            </a:r>
            <a:endParaRPr sz="225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487002" y="1870570"/>
            <a:ext cx="1424305" cy="156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1790" algn="l"/>
              </a:tabLst>
            </a:pPr>
            <a:r>
              <a:rPr sz="850" spc="385">
                <a:solidFill>
                  <a:srgbClr val="A7A8AC"/>
                </a:solidFill>
                <a:latin typeface="Arial"/>
                <a:cs typeface="Arial"/>
              </a:rPr>
              <a:t>/</a:t>
            </a:r>
            <a:r>
              <a:rPr sz="850" spc="385">
                <a:solidFill>
                  <a:srgbClr val="8E8E90"/>
                </a:solidFill>
                <a:latin typeface="Arial"/>
                <a:cs typeface="Arial"/>
              </a:rPr>
              <a:t>/</a:t>
            </a:r>
            <a:r>
              <a:rPr sz="850">
                <a:solidFill>
                  <a:srgbClr val="8E8E90"/>
                </a:solidFill>
                <a:latin typeface="Arial"/>
                <a:cs typeface="Arial"/>
              </a:rPr>
              <a:t>	</a:t>
            </a:r>
            <a:r>
              <a:rPr sz="850" spc="409">
                <a:solidFill>
                  <a:srgbClr val="8E8E90"/>
                </a:solidFill>
                <a:latin typeface="Arial"/>
                <a:cs typeface="Arial"/>
              </a:rPr>
              <a:t>//</a:t>
            </a:r>
            <a:r>
              <a:rPr sz="850" spc="229">
                <a:solidFill>
                  <a:srgbClr val="8E8E90"/>
                </a:solidFill>
                <a:latin typeface="Arial"/>
                <a:cs typeface="Arial"/>
              </a:rPr>
              <a:t>  </a:t>
            </a:r>
            <a:r>
              <a:rPr sz="850" spc="405">
                <a:solidFill>
                  <a:srgbClr val="A7A8AC"/>
                </a:solidFill>
                <a:latin typeface="Arial"/>
                <a:cs typeface="Arial"/>
              </a:rPr>
              <a:t>.//</a:t>
            </a:r>
            <a:r>
              <a:rPr sz="850" spc="415">
                <a:solidFill>
                  <a:srgbClr val="A7A8AC"/>
                </a:solidFill>
                <a:latin typeface="Arial"/>
                <a:cs typeface="Arial"/>
              </a:rPr>
              <a:t> </a:t>
            </a:r>
            <a:r>
              <a:rPr sz="850" spc="405">
                <a:solidFill>
                  <a:srgbClr val="A7A8AC"/>
                </a:solidFill>
                <a:latin typeface="Arial"/>
                <a:cs typeface="Arial"/>
              </a:rPr>
              <a:t>/./</a:t>
            </a:r>
            <a:r>
              <a:rPr sz="850" spc="45">
                <a:solidFill>
                  <a:srgbClr val="A7A8AC"/>
                </a:solidFill>
                <a:latin typeface="Arial"/>
                <a:cs typeface="Arial"/>
              </a:rPr>
              <a:t> </a:t>
            </a:r>
            <a:r>
              <a:rPr sz="850" spc="380">
                <a:solidFill>
                  <a:srgbClr val="8E8E90"/>
                </a:solidFill>
                <a:latin typeface="Arial"/>
                <a:cs typeface="Arial"/>
              </a:rPr>
              <a:t>./</a:t>
            </a:r>
            <a:endParaRPr sz="85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205444" y="2911011"/>
            <a:ext cx="1141095" cy="5238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110"/>
              </a:spcBef>
            </a:pPr>
            <a:r>
              <a:rPr sz="2100" spc="3625">
                <a:solidFill>
                  <a:srgbClr val="363B3F"/>
                </a:solidFill>
                <a:latin typeface="Arial"/>
                <a:cs typeface="Arial"/>
              </a:rPr>
              <a:t>�</a:t>
            </a:r>
            <a:endParaRPr sz="2100">
              <a:latin typeface="Arial"/>
              <a:cs typeface="Arial"/>
            </a:endParaRPr>
          </a:p>
          <a:p>
            <a:pPr marL="655955">
              <a:lnSpc>
                <a:spcPts val="1595"/>
              </a:lnSpc>
            </a:pPr>
            <a:r>
              <a:rPr sz="1500" i="1" spc="90">
                <a:solidFill>
                  <a:srgbClr val="363B3F"/>
                </a:solidFill>
                <a:latin typeface="Times New Roman"/>
                <a:cs typeface="Times New Roman"/>
              </a:rPr>
              <a:t>"'</a:t>
            </a:r>
            <a:r>
              <a:rPr sz="1500" i="1" spc="90">
                <a:solidFill>
                  <a:srgbClr val="50575D"/>
                </a:solidFill>
                <a:latin typeface="Times New Roman"/>
                <a:cs typeface="Times New Roman"/>
              </a:rPr>
              <a:t>�</a:t>
            </a:r>
            <a:r>
              <a:rPr sz="1500" i="1" spc="90">
                <a:solidFill>
                  <a:srgbClr val="242628"/>
                </a:solidFill>
                <a:latin typeface="Times New Roman"/>
                <a:cs typeface="Times New Roman"/>
              </a:rPr>
              <a:t>'</a:t>
            </a:r>
            <a:r>
              <a:rPr sz="1500" i="1" spc="90">
                <a:solidFill>
                  <a:srgbClr val="7E5748"/>
                </a:solidFill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3688784" y="4066348"/>
            <a:ext cx="87947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i="1" spc="1075">
                <a:solidFill>
                  <a:srgbClr val="363B3F"/>
                </a:solidFill>
                <a:latin typeface="Arial"/>
                <a:cs typeface="Arial"/>
              </a:rPr>
              <a:t>,:¥�</a:t>
            </a:r>
            <a:endParaRPr sz="115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2982232" y="4059965"/>
            <a:ext cx="58039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08634" algn="l"/>
              </a:tabLst>
            </a:pPr>
            <a:r>
              <a:rPr sz="2100" spc="-330">
                <a:solidFill>
                  <a:srgbClr val="363B3F"/>
                </a:solidFill>
                <a:latin typeface="Arial"/>
                <a:cs typeface="Arial"/>
              </a:rPr>
              <a:t>,.</a:t>
            </a:r>
            <a:r>
              <a:rPr sz="2100" spc="-330">
                <a:solidFill>
                  <a:srgbClr val="62727C"/>
                </a:solidFill>
                <a:latin typeface="Arial"/>
                <a:cs typeface="Arial"/>
              </a:rPr>
              <a:t>�</a:t>
            </a:r>
            <a:r>
              <a:rPr sz="2100" spc="-330">
                <a:solidFill>
                  <a:srgbClr val="C1C3C4"/>
                </a:solidFill>
                <a:latin typeface="Arial"/>
                <a:cs typeface="Arial"/>
              </a:rPr>
              <a:t>,,</a:t>
            </a:r>
            <a:r>
              <a:rPr sz="2100" spc="-330">
                <a:solidFill>
                  <a:srgbClr val="363B3F"/>
                </a:solidFill>
                <a:latin typeface="Arial"/>
                <a:cs typeface="Arial"/>
              </a:rPr>
              <a:t>,</a:t>
            </a:r>
            <a:r>
              <a:rPr sz="2100">
                <a:solidFill>
                  <a:srgbClr val="363B3F"/>
                </a:solidFill>
                <a:latin typeface="Arial"/>
                <a:cs typeface="Arial"/>
              </a:rPr>
              <a:t>	</a:t>
            </a:r>
            <a:r>
              <a:rPr sz="1450" spc="-105">
                <a:solidFill>
                  <a:srgbClr val="363B3F"/>
                </a:solidFill>
                <a:latin typeface="Times New Roman"/>
                <a:cs typeface="Times New Roman"/>
              </a:rPr>
              <a:t>,,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4927034" y="3779110"/>
            <a:ext cx="817880" cy="684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spc="-335">
                <a:solidFill>
                  <a:srgbClr val="7E5748"/>
                </a:solidFill>
                <a:latin typeface="Times New Roman"/>
                <a:cs typeface="Times New Roman"/>
              </a:rPr>
              <a:t>..</a:t>
            </a:r>
            <a:r>
              <a:rPr sz="4300" spc="-440">
                <a:solidFill>
                  <a:srgbClr val="7E5748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7E5748"/>
                </a:solidFill>
                <a:latin typeface="Times New Roman"/>
                <a:cs typeface="Times New Roman"/>
              </a:rPr>
              <a:t>.,</a:t>
            </a:r>
            <a:r>
              <a:rPr sz="1200">
                <a:solidFill>
                  <a:srgbClr val="C1C3C4"/>
                </a:solidFill>
                <a:latin typeface="Times New Roman"/>
                <a:cs typeface="Times New Roman"/>
              </a:rPr>
              <a:t>--</a:t>
            </a:r>
            <a:r>
              <a:rPr sz="1200" spc="-10">
                <a:solidFill>
                  <a:srgbClr val="C1C3C4"/>
                </a:solidFill>
                <a:latin typeface="Times New Roman"/>
                <a:cs typeface="Times New Roman"/>
              </a:rPr>
              <a:t>.........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3531240" y="4391885"/>
            <a:ext cx="956944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65">
                <a:solidFill>
                  <a:srgbClr val="8E8E90"/>
                </a:solidFill>
                <a:latin typeface="Times New Roman"/>
                <a:cs typeface="Times New Roman"/>
              </a:rPr>
              <a:t>.....u</a:t>
            </a:r>
            <a:r>
              <a:rPr sz="900" spc="65">
                <a:solidFill>
                  <a:srgbClr val="62727C"/>
                </a:solidFill>
                <a:latin typeface="Times New Roman"/>
                <a:cs typeface="Times New Roman"/>
              </a:rPr>
              <a:t>.</a:t>
            </a:r>
            <a:r>
              <a:rPr sz="900" spc="65">
                <a:solidFill>
                  <a:srgbClr val="8E8E90"/>
                </a:solidFill>
                <a:latin typeface="Times New Roman"/>
                <a:cs typeface="Times New Roman"/>
              </a:rPr>
              <a:t>...</a:t>
            </a:r>
            <a:r>
              <a:rPr sz="750" spc="65">
                <a:solidFill>
                  <a:srgbClr val="8E8E90"/>
                </a:solidFill>
                <a:latin typeface="Arial"/>
                <a:cs typeface="Arial"/>
              </a:rPr>
              <a:t>.,.,-</a:t>
            </a:r>
            <a:r>
              <a:rPr sz="750" spc="240">
                <a:solidFill>
                  <a:srgbClr val="8E8E90"/>
                </a:solidFill>
                <a:latin typeface="Arial"/>
                <a:cs typeface="Arial"/>
              </a:rPr>
              <a:t>,5c;.</a:t>
            </a:r>
            <a:endParaRPr sz="7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5039353" y="4411034"/>
            <a:ext cx="1758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300">
                <a:solidFill>
                  <a:srgbClr val="7E5748"/>
                </a:solidFill>
                <a:latin typeface="Arial"/>
                <a:cs typeface="Arial"/>
              </a:rPr>
              <a:t>•</a:t>
            </a:r>
            <a:r>
              <a:rPr sz="750" spc="300">
                <a:solidFill>
                  <a:srgbClr val="9E7769"/>
                </a:solidFill>
                <a:latin typeface="Arial"/>
                <a:cs typeface="Arial"/>
              </a:rPr>
              <a:t>•</a:t>
            </a:r>
            <a:endParaRPr sz="75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3502399" y="4366352"/>
            <a:ext cx="122872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056640" algn="l"/>
              </a:tabLst>
            </a:pPr>
            <a:r>
              <a:rPr sz="1100" spc="-145">
                <a:solidFill>
                  <a:srgbClr val="8E8E90"/>
                </a:solidFill>
                <a:latin typeface="Times New Roman"/>
                <a:cs typeface="Times New Roman"/>
              </a:rPr>
              <a:t>_.</a:t>
            </a:r>
            <a:r>
              <a:rPr sz="1800" spc="-217" baseline="-32407">
                <a:solidFill>
                  <a:srgbClr val="8E8E90"/>
                </a:solidFill>
                <a:latin typeface="Arial"/>
                <a:cs typeface="Arial"/>
              </a:rPr>
              <a:t>•</a:t>
            </a:r>
            <a:r>
              <a:rPr sz="1100" spc="-145">
                <a:solidFill>
                  <a:srgbClr val="8E8E90"/>
                </a:solidFill>
                <a:latin typeface="Times New Roman"/>
                <a:cs typeface="Times New Roman"/>
              </a:rPr>
              <a:t>.</a:t>
            </a:r>
            <a:r>
              <a:rPr sz="1800" spc="-217" baseline="-32407">
                <a:solidFill>
                  <a:srgbClr val="8E8E90"/>
                </a:solidFill>
                <a:latin typeface="Arial"/>
                <a:cs typeface="Arial"/>
              </a:rPr>
              <a:t>-</a:t>
            </a:r>
            <a:r>
              <a:rPr sz="1100" spc="-110">
                <a:solidFill>
                  <a:srgbClr val="62727C"/>
                </a:solidFill>
                <a:latin typeface="Times New Roman"/>
                <a:cs typeface="Times New Roman"/>
              </a:rPr>
              <a:t>,</a:t>
            </a:r>
            <a:r>
              <a:rPr sz="1100" spc="-110">
                <a:solidFill>
                  <a:srgbClr val="8E8E90"/>
                </a:solidFill>
                <a:latin typeface="Times New Roman"/>
                <a:cs typeface="Times New Roman"/>
              </a:rPr>
              <a:t>.,</a:t>
            </a:r>
            <a:r>
              <a:rPr sz="1800" spc="-165" baseline="-32407">
                <a:solidFill>
                  <a:srgbClr val="8E8E90"/>
                </a:solidFill>
                <a:latin typeface="Arial"/>
                <a:cs typeface="Arial"/>
              </a:rPr>
              <a:t>•</a:t>
            </a:r>
            <a:r>
              <a:rPr sz="1100" spc="-110">
                <a:solidFill>
                  <a:srgbClr val="8E8E90"/>
                </a:solidFill>
                <a:latin typeface="Times New Roman"/>
                <a:cs typeface="Times New Roman"/>
              </a:rPr>
              <a:t>.n</a:t>
            </a:r>
            <a:r>
              <a:rPr sz="1800" spc="-165" baseline="-32407">
                <a:solidFill>
                  <a:srgbClr val="8E8E90"/>
                </a:solidFill>
                <a:latin typeface="Arial"/>
                <a:cs typeface="Arial"/>
              </a:rPr>
              <a:t>-</a:t>
            </a:r>
            <a:r>
              <a:rPr sz="1800" spc="37" baseline="-32407">
                <a:solidFill>
                  <a:srgbClr val="62727C"/>
                </a:solidFill>
                <a:latin typeface="Arial"/>
                <a:cs typeface="Arial"/>
              </a:rPr>
              <a:t>•</a:t>
            </a:r>
            <a:r>
              <a:rPr sz="1800" spc="37" baseline="-32407">
                <a:solidFill>
                  <a:srgbClr val="8E8E90"/>
                </a:solidFill>
                <a:latin typeface="Arial"/>
                <a:cs typeface="Arial"/>
              </a:rPr>
              <a:t>U</a:t>
            </a:r>
            <a:r>
              <a:rPr sz="1800" spc="37" baseline="-32407">
                <a:solidFill>
                  <a:srgbClr val="62727C"/>
                </a:solidFill>
                <a:latin typeface="Arial"/>
                <a:cs typeface="Arial"/>
              </a:rPr>
              <a:t>•</a:t>
            </a:r>
            <a:r>
              <a:rPr sz="1800" baseline="-32407">
                <a:solidFill>
                  <a:srgbClr val="62727C"/>
                </a:solidFill>
                <a:latin typeface="Arial"/>
                <a:cs typeface="Arial"/>
              </a:rPr>
              <a:t>	</a:t>
            </a:r>
            <a:r>
              <a:rPr sz="1900" spc="-50">
                <a:solidFill>
                  <a:srgbClr val="363B3F"/>
                </a:solidFill>
                <a:latin typeface="Arial"/>
                <a:cs typeface="Arial"/>
              </a:rPr>
              <a:t>?</a:t>
            </a:r>
            <a:endParaRPr sz="19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4188923" y="4634441"/>
            <a:ext cx="915669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7390" algn="l"/>
              </a:tabLst>
            </a:pPr>
            <a:r>
              <a:rPr sz="500" spc="75">
                <a:solidFill>
                  <a:srgbClr val="62727C"/>
                </a:solidFill>
                <a:latin typeface="Arial"/>
                <a:cs typeface="Arial"/>
              </a:rPr>
              <a:t>\</a:t>
            </a:r>
            <a:r>
              <a:rPr sz="500" spc="75">
                <a:solidFill>
                  <a:srgbClr val="8E8E90"/>
                </a:solidFill>
                <a:latin typeface="Arial"/>
                <a:cs typeface="Arial"/>
              </a:rPr>
              <a:t>,ff;�.......</a:t>
            </a:r>
            <a:r>
              <a:rPr sz="500">
                <a:solidFill>
                  <a:srgbClr val="8E8E90"/>
                </a:solidFill>
                <a:latin typeface="Arial"/>
                <a:cs typeface="Arial"/>
              </a:rPr>
              <a:t>	</a:t>
            </a:r>
            <a:r>
              <a:rPr sz="500" spc="220">
                <a:solidFill>
                  <a:srgbClr val="363B3F"/>
                </a:solidFill>
                <a:latin typeface="Arial"/>
                <a:cs typeface="Arial"/>
              </a:rPr>
              <a:t>....</a:t>
            </a:r>
            <a:endParaRPr sz="5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3533589" y="4653591"/>
            <a:ext cx="154051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46810" algn="l"/>
                <a:tab pos="1374140" algn="l"/>
              </a:tabLst>
            </a:pPr>
            <a:r>
              <a:rPr sz="650" b="1" spc="315">
                <a:solidFill>
                  <a:srgbClr val="8E8E90"/>
                </a:solidFill>
                <a:latin typeface="Arial"/>
                <a:cs typeface="Arial"/>
              </a:rPr>
              <a:t>hnU-</a:t>
            </a:r>
            <a:r>
              <a:rPr sz="650" b="1" spc="-55">
                <a:solidFill>
                  <a:srgbClr val="8E8E90"/>
                </a:solidFill>
                <a:latin typeface="Arial"/>
                <a:cs typeface="Arial"/>
              </a:rPr>
              <a:t> </a:t>
            </a:r>
            <a:r>
              <a:rPr sz="650" spc="185">
                <a:solidFill>
                  <a:srgbClr val="8E8E90"/>
                </a:solidFill>
                <a:latin typeface="Arial"/>
                <a:cs typeface="Arial"/>
              </a:rPr>
              <a:t>,.,.,</a:t>
            </a:r>
            <a:r>
              <a:rPr sz="650" spc="-75">
                <a:solidFill>
                  <a:srgbClr val="8E8E90"/>
                </a:solidFill>
                <a:latin typeface="Arial"/>
                <a:cs typeface="Arial"/>
              </a:rPr>
              <a:t> </a:t>
            </a:r>
            <a:r>
              <a:rPr sz="750" spc="315">
                <a:solidFill>
                  <a:srgbClr val="8E8E90"/>
                </a:solidFill>
                <a:latin typeface="Arial"/>
                <a:cs typeface="Arial"/>
              </a:rPr>
              <a:t>u,</a:t>
            </a:r>
            <a:r>
              <a:rPr sz="750" spc="-165">
                <a:solidFill>
                  <a:srgbClr val="8E8E90"/>
                </a:solidFill>
                <a:latin typeface="Arial"/>
                <a:cs typeface="Arial"/>
              </a:rPr>
              <a:t> </a:t>
            </a:r>
            <a:r>
              <a:rPr sz="750" spc="200">
                <a:solidFill>
                  <a:srgbClr val="8E8E90"/>
                </a:solidFill>
                <a:latin typeface="Arial"/>
                <a:cs typeface="Arial"/>
              </a:rPr>
              <a:t>r</a:t>
            </a:r>
            <a:r>
              <a:rPr sz="750">
                <a:solidFill>
                  <a:srgbClr val="8E8E90"/>
                </a:solidFill>
                <a:latin typeface="Arial"/>
                <a:cs typeface="Arial"/>
              </a:rPr>
              <a:t>	</a:t>
            </a:r>
            <a:r>
              <a:rPr sz="750" spc="215">
                <a:solidFill>
                  <a:srgbClr val="50575D"/>
                </a:solidFill>
                <a:latin typeface="Arial"/>
                <a:cs typeface="Arial"/>
              </a:rPr>
              <a:t>•</a:t>
            </a:r>
            <a:r>
              <a:rPr sz="750">
                <a:solidFill>
                  <a:srgbClr val="50575D"/>
                </a:solidFill>
                <a:latin typeface="Arial"/>
                <a:cs typeface="Arial"/>
              </a:rPr>
              <a:t>	</a:t>
            </a:r>
            <a:r>
              <a:rPr sz="950" i="1" spc="270">
                <a:solidFill>
                  <a:srgbClr val="363B3F"/>
                </a:solidFill>
                <a:latin typeface="Arial"/>
                <a:cs typeface="Arial"/>
              </a:rPr>
              <a:t>I"</a:t>
            </a:r>
            <a:endParaRPr sz="9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3621004" y="4781252"/>
            <a:ext cx="6000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80">
                <a:solidFill>
                  <a:srgbClr val="8E8E90"/>
                </a:solidFill>
                <a:latin typeface="Arial"/>
                <a:cs typeface="Arial"/>
              </a:rPr>
              <a:t>...,c.,.........</a:t>
            </a:r>
            <a:endParaRPr sz="65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4872372" y="4781252"/>
            <a:ext cx="66675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45">
                <a:solidFill>
                  <a:srgbClr val="363B3F"/>
                </a:solidFill>
                <a:latin typeface="Arial"/>
                <a:cs typeface="Arial"/>
              </a:rPr>
              <a:t>•</a:t>
            </a:r>
            <a:endParaRPr sz="6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3579602" y="4557845"/>
            <a:ext cx="814069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87655" algn="l"/>
              </a:tabLst>
            </a:pPr>
            <a:r>
              <a:rPr sz="4950" spc="-2512" baseline="-31986">
                <a:solidFill>
                  <a:srgbClr val="8E8E90"/>
                </a:solidFill>
                <a:latin typeface="Arial"/>
                <a:cs typeface="Arial"/>
              </a:rPr>
              <a:t>=</a:t>
            </a:r>
            <a:r>
              <a:rPr sz="750" spc="10">
                <a:solidFill>
                  <a:srgbClr val="8E8E90"/>
                </a:solidFill>
                <a:latin typeface="Arial"/>
                <a:cs typeface="Arial"/>
              </a:rPr>
              <a:t>•-</a:t>
            </a:r>
            <a:r>
              <a:rPr sz="750">
                <a:solidFill>
                  <a:srgbClr val="8E8E90"/>
                </a:solidFill>
                <a:latin typeface="Arial"/>
                <a:cs typeface="Arial"/>
              </a:rPr>
              <a:t>	</a:t>
            </a:r>
            <a:r>
              <a:rPr sz="750" spc="280">
                <a:solidFill>
                  <a:srgbClr val="8E8E90"/>
                </a:solidFill>
                <a:latin typeface="Arial"/>
                <a:cs typeface="Arial"/>
              </a:rPr>
              <a:t>-</a:t>
            </a:r>
            <a:r>
              <a:rPr sz="750" spc="100">
                <a:solidFill>
                  <a:srgbClr val="8E8E90"/>
                </a:solidFill>
                <a:latin typeface="Arial"/>
                <a:cs typeface="Arial"/>
              </a:rPr>
              <a:t>u</a:t>
            </a:r>
            <a:r>
              <a:rPr sz="750" spc="-130">
                <a:solidFill>
                  <a:srgbClr val="62727C"/>
                </a:solidFill>
                <a:latin typeface="Arial"/>
                <a:cs typeface="Arial"/>
              </a:rPr>
              <a:t>n</a:t>
            </a:r>
            <a:r>
              <a:rPr sz="4950" spc="-209" baseline="-31986">
                <a:solidFill>
                  <a:srgbClr val="363B3F"/>
                </a:solidFill>
                <a:latin typeface="Arial"/>
                <a:cs typeface="Arial"/>
              </a:rPr>
              <a:t>-</a:t>
            </a:r>
            <a:r>
              <a:rPr sz="750" spc="-370">
                <a:solidFill>
                  <a:srgbClr val="62727C"/>
                </a:solidFill>
                <a:latin typeface="Arial"/>
                <a:cs typeface="Arial"/>
              </a:rPr>
              <a:t>r</a:t>
            </a:r>
            <a:r>
              <a:rPr sz="4950" spc="-869" baseline="-31986">
                <a:solidFill>
                  <a:srgbClr val="363B3F"/>
                </a:solidFill>
                <a:latin typeface="Arial"/>
                <a:cs typeface="Arial"/>
              </a:rPr>
              <a:t>-</a:t>
            </a:r>
            <a:r>
              <a:rPr sz="750" spc="229">
                <a:solidFill>
                  <a:srgbClr val="8E8E90"/>
                </a:solidFill>
                <a:latin typeface="Arial"/>
                <a:cs typeface="Arial"/>
              </a:rPr>
              <a:t>r</a:t>
            </a:r>
            <a:r>
              <a:rPr sz="750" spc="229">
                <a:solidFill>
                  <a:srgbClr val="A7A8AC"/>
                </a:solidFill>
                <a:latin typeface="Arial"/>
                <a:cs typeface="Arial"/>
              </a:rPr>
              <a:t>,</a:t>
            </a:r>
            <a:endParaRPr sz="75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4503158" y="4781252"/>
            <a:ext cx="619125" cy="553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750" spc="165">
                <a:solidFill>
                  <a:srgbClr val="8E8E90"/>
                </a:solidFill>
                <a:latin typeface="Arial"/>
                <a:cs typeface="Arial"/>
              </a:rPr>
              <a:t>'</a:t>
            </a:r>
            <a:r>
              <a:rPr sz="750" spc="405">
                <a:solidFill>
                  <a:srgbClr val="8E8E90"/>
                </a:solidFill>
                <a:latin typeface="Arial"/>
                <a:cs typeface="Arial"/>
              </a:rPr>
              <a:t> </a:t>
            </a:r>
            <a:r>
              <a:rPr sz="1550" b="1" i="1" spc="-385">
                <a:solidFill>
                  <a:srgbClr val="363B3F"/>
                </a:solidFill>
                <a:latin typeface="Arial"/>
                <a:cs typeface="Arial"/>
              </a:rPr>
              <a:t>&lt;J</a:t>
            </a:r>
            <a:r>
              <a:rPr sz="1550" b="1" i="1" spc="60">
                <a:solidFill>
                  <a:srgbClr val="363B3F"/>
                </a:solidFill>
                <a:latin typeface="Arial"/>
                <a:cs typeface="Arial"/>
              </a:rPr>
              <a:t> </a:t>
            </a:r>
            <a:r>
              <a:rPr sz="1550" i="1" spc="-25">
                <a:solidFill>
                  <a:srgbClr val="363B3F"/>
                </a:solidFill>
                <a:latin typeface="Arial"/>
                <a:cs typeface="Arial"/>
              </a:rPr>
              <a:t>()</a:t>
            </a:r>
            <a:endParaRPr sz="1550">
              <a:latin typeface="Arial"/>
              <a:cs typeface="Arial"/>
            </a:endParaRPr>
          </a:p>
          <a:p>
            <a:pPr marL="150495">
              <a:lnSpc>
                <a:spcPct val="100000"/>
              </a:lnSpc>
              <a:spcBef>
                <a:spcPts val="1205"/>
              </a:spcBef>
            </a:pPr>
            <a:r>
              <a:rPr sz="900" b="1">
                <a:solidFill>
                  <a:srgbClr val="363B3F"/>
                </a:solidFill>
                <a:latin typeface="Arial"/>
                <a:cs typeface="Arial"/>
              </a:rPr>
              <a:t>(I</a:t>
            </a:r>
            <a:r>
              <a:rPr sz="900" b="1" spc="130">
                <a:solidFill>
                  <a:srgbClr val="363B3F"/>
                </a:solidFill>
                <a:latin typeface="Arial"/>
                <a:cs typeface="Arial"/>
              </a:rPr>
              <a:t>  </a:t>
            </a:r>
            <a:r>
              <a:rPr sz="800" b="1">
                <a:solidFill>
                  <a:srgbClr val="242628"/>
                </a:solidFill>
                <a:latin typeface="Times New Roman"/>
                <a:cs typeface="Times New Roman"/>
              </a:rPr>
              <a:t>I</a:t>
            </a:r>
            <a:r>
              <a:rPr sz="800" b="1" spc="204">
                <a:solidFill>
                  <a:srgbClr val="242628"/>
                </a:solidFill>
                <a:latin typeface="Times New Roman"/>
                <a:cs typeface="Times New Roman"/>
              </a:rPr>
              <a:t>  </a:t>
            </a:r>
            <a:r>
              <a:rPr sz="1350" b="1" i="1" spc="-82" baseline="30864">
                <a:solidFill>
                  <a:srgbClr val="363B3F"/>
                </a:solidFill>
                <a:latin typeface="Arial"/>
                <a:cs typeface="Arial"/>
              </a:rPr>
              <a:t>,0</a:t>
            </a:r>
            <a:r>
              <a:rPr sz="700" spc="-55">
                <a:solidFill>
                  <a:srgbClr val="242628"/>
                </a:solidFill>
                <a:latin typeface="Arial"/>
                <a:cs typeface="Arial"/>
              </a:rPr>
              <a:t>&lt;)</a:t>
            </a:r>
            <a:endParaRPr sz="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3504468" y="5125937"/>
            <a:ext cx="267335" cy="309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350" spc="-525" baseline="37037">
                <a:solidFill>
                  <a:srgbClr val="8E8E90"/>
                </a:solidFill>
                <a:latin typeface="Arial"/>
                <a:cs typeface="Arial"/>
              </a:rPr>
              <a:t>,</a:t>
            </a:r>
            <a:r>
              <a:rPr sz="1850" spc="-940">
                <a:solidFill>
                  <a:srgbClr val="8E8E90"/>
                </a:solidFill>
                <a:latin typeface="Arial"/>
                <a:cs typeface="Arial"/>
              </a:rPr>
              <a:t>_</a:t>
            </a:r>
            <a:r>
              <a:rPr sz="1350" spc="-142" baseline="37037">
                <a:solidFill>
                  <a:srgbClr val="8E8E90"/>
                </a:solidFill>
                <a:latin typeface="Arial"/>
                <a:cs typeface="Arial"/>
              </a:rPr>
              <a:t>-</a:t>
            </a:r>
            <a:r>
              <a:rPr sz="1350" spc="300" baseline="37037">
                <a:solidFill>
                  <a:srgbClr val="8E8E90"/>
                </a:solidFill>
                <a:latin typeface="Arial"/>
                <a:cs typeface="Arial"/>
              </a:rPr>
              <a:t> </a:t>
            </a:r>
            <a:r>
              <a:rPr sz="1850" spc="-35">
                <a:solidFill>
                  <a:srgbClr val="8E8E90"/>
                </a:solidFill>
                <a:latin typeface="Arial"/>
                <a:cs typeface="Arial"/>
              </a:rPr>
              <a:t>.,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3527341" y="5272749"/>
            <a:ext cx="28511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210">
                <a:solidFill>
                  <a:srgbClr val="8E8E90"/>
                </a:solidFill>
                <a:latin typeface="Arial"/>
                <a:cs typeface="Arial"/>
              </a:rPr>
              <a:t>'�</a:t>
            </a:r>
            <a:endParaRPr sz="21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3454671" y="5515305"/>
            <a:ext cx="14795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-195" baseline="-2645">
                <a:solidFill>
                  <a:srgbClr val="C1C3C4"/>
                </a:solidFill>
                <a:latin typeface="Arial"/>
                <a:cs typeface="Arial"/>
              </a:rPr>
              <a:t>-</a:t>
            </a:r>
            <a:r>
              <a:rPr sz="1950" spc="-50">
                <a:solidFill>
                  <a:srgbClr val="8E8E90"/>
                </a:solidFill>
                <a:latin typeface="Arial"/>
                <a:cs typeface="Arial"/>
              </a:rPr>
              <a:t>'</a:t>
            </a:r>
            <a:endParaRPr sz="19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1660266" y="7079615"/>
            <a:ext cx="3138805" cy="147701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R="38735" algn="ctr">
              <a:lnSpc>
                <a:spcPct val="100000"/>
              </a:lnSpc>
              <a:spcBef>
                <a:spcPts val="310"/>
              </a:spcBef>
            </a:pPr>
            <a:r>
              <a:rPr sz="2750" b="1" spc="-150">
                <a:solidFill>
                  <a:srgbClr val="070E16"/>
                </a:solidFill>
                <a:latin typeface="Arial"/>
                <a:cs typeface="Arial"/>
              </a:rPr>
              <a:t>THE</a:t>
            </a:r>
            <a:r>
              <a:rPr sz="2750" b="1" spc="-260">
                <a:solidFill>
                  <a:srgbClr val="070E16"/>
                </a:solidFill>
                <a:latin typeface="Arial"/>
                <a:cs typeface="Arial"/>
              </a:rPr>
              <a:t> </a:t>
            </a:r>
            <a:r>
              <a:rPr sz="2750" b="1" spc="-135">
                <a:solidFill>
                  <a:srgbClr val="070E16"/>
                </a:solidFill>
                <a:latin typeface="Arial"/>
                <a:cs typeface="Arial"/>
              </a:rPr>
              <a:t>BOTTLENECK</a:t>
            </a:r>
            <a:endParaRPr sz="2750">
              <a:latin typeface="Arial"/>
              <a:cs typeface="Arial"/>
            </a:endParaRPr>
          </a:p>
          <a:p>
            <a:pPr marL="12065" marR="5080" algn="ctr">
              <a:lnSpc>
                <a:spcPct val="103699"/>
              </a:lnSpc>
              <a:spcBef>
                <a:spcPts val="70"/>
              </a:spcBef>
            </a:pPr>
            <a:r>
              <a:rPr sz="2100" spc="95">
                <a:solidFill>
                  <a:srgbClr val="242628"/>
                </a:solidFill>
                <a:latin typeface="Arial"/>
                <a:cs typeface="Arial"/>
              </a:rPr>
              <a:t>Bottleneck:</a:t>
            </a:r>
            <a:r>
              <a:rPr sz="2100" spc="12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75">
                <a:solidFill>
                  <a:srgbClr val="242628"/>
                </a:solidFill>
                <a:latin typeface="Arial"/>
                <a:cs typeface="Arial"/>
              </a:rPr>
              <a:t>Manual</a:t>
            </a:r>
            <a:r>
              <a:rPr sz="2100" spc="3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-25">
                <a:solidFill>
                  <a:srgbClr val="242628"/>
                </a:solidFill>
                <a:latin typeface="Arial"/>
                <a:cs typeface="Arial"/>
              </a:rPr>
              <a:t>SQL </a:t>
            </a:r>
            <a:r>
              <a:rPr sz="2100" spc="100">
                <a:solidFill>
                  <a:srgbClr val="242628"/>
                </a:solidFill>
                <a:latin typeface="Arial"/>
                <a:cs typeface="Arial"/>
              </a:rPr>
              <a:t>requests</a:t>
            </a:r>
            <a:r>
              <a:rPr sz="2100" spc="6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95">
                <a:solidFill>
                  <a:srgbClr val="242628"/>
                </a:solidFill>
                <a:latin typeface="Arial"/>
                <a:cs typeface="Arial"/>
              </a:rPr>
              <a:t>take</a:t>
            </a:r>
            <a:r>
              <a:rPr sz="2100" spc="2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75">
                <a:solidFill>
                  <a:srgbClr val="242628"/>
                </a:solidFill>
                <a:latin typeface="Arial"/>
                <a:cs typeface="Arial"/>
              </a:rPr>
              <a:t>days.</a:t>
            </a:r>
            <a:endParaRPr sz="2100">
              <a:latin typeface="Arial"/>
              <a:cs typeface="Arial"/>
            </a:endParaRPr>
          </a:p>
          <a:p>
            <a:pPr marL="10795" algn="ctr">
              <a:lnSpc>
                <a:spcPct val="100000"/>
              </a:lnSpc>
              <a:spcBef>
                <a:spcPts val="95"/>
              </a:spcBef>
            </a:pPr>
            <a:r>
              <a:rPr sz="2100" spc="75">
                <a:solidFill>
                  <a:srgbClr val="242628"/>
                </a:solidFill>
                <a:latin typeface="Arial"/>
                <a:cs typeface="Arial"/>
              </a:rPr>
              <a:t>Decision</a:t>
            </a:r>
            <a:r>
              <a:rPr sz="2100" spc="5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sz="2100" spc="80">
                <a:solidFill>
                  <a:srgbClr val="363B3F"/>
                </a:solidFill>
                <a:latin typeface="Arial"/>
                <a:cs typeface="Arial"/>
              </a:rPr>
              <a:t>latency.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81272" y="1404539"/>
            <a:ext cx="4585335" cy="2757805"/>
            <a:chOff x="1681272" y="1404539"/>
            <a:chExt cx="4585335" cy="27578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1272" y="1404539"/>
              <a:ext cx="4559816" cy="27574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9081" y="2476896"/>
              <a:ext cx="1477482" cy="89363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7793" y="4596076"/>
            <a:ext cx="4356026" cy="46724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8459" y="2502429"/>
            <a:ext cx="917058" cy="11744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12885" y="2502429"/>
            <a:ext cx="891584" cy="11744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31839" y="2502429"/>
            <a:ext cx="815162" cy="117448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52688" y="1659863"/>
            <a:ext cx="3158755" cy="20425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13334" y="2502429"/>
            <a:ext cx="534950" cy="8680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475665" y="2170508"/>
            <a:ext cx="2369066" cy="120001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78543" y="8681243"/>
            <a:ext cx="815162" cy="2297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221529" y="5081189"/>
            <a:ext cx="1961485" cy="7404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954357" y="6153546"/>
            <a:ext cx="1630325" cy="142980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864286" y="5617368"/>
            <a:ext cx="917058" cy="20425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864286" y="7200370"/>
            <a:ext cx="1885063" cy="68937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5029561" y="4596076"/>
            <a:ext cx="1681272" cy="255322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489307" y="8681243"/>
            <a:ext cx="2114329" cy="22979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953750" y="8119533"/>
            <a:ext cx="229264" cy="71490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322820" y="8681243"/>
            <a:ext cx="1197270" cy="22979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615462" y="7302500"/>
            <a:ext cx="1197270" cy="2017051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1490219" y="1659863"/>
            <a:ext cx="0" cy="1991995"/>
          </a:xfrm>
          <a:custGeom>
            <a:avLst/>
            <a:gdLst/>
            <a:ahLst/>
            <a:cxnLst/>
            <a:rect l="l" t="t" r="r" b="b"/>
            <a:pathLst>
              <a:path h="1991995">
                <a:moveTo>
                  <a:pt x="0" y="199151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95298" y="5106721"/>
            <a:ext cx="0" cy="3778885"/>
          </a:xfrm>
          <a:custGeom>
            <a:avLst/>
            <a:gdLst/>
            <a:ahLst/>
            <a:cxnLst/>
            <a:rect l="l" t="t" r="r" b="b"/>
            <a:pathLst>
              <a:path h="3778884">
                <a:moveTo>
                  <a:pt x="0" y="3778777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44881" y="5106721"/>
            <a:ext cx="0" cy="3778885"/>
          </a:xfrm>
          <a:custGeom>
            <a:avLst/>
            <a:gdLst/>
            <a:ahLst/>
            <a:cxnLst/>
            <a:rect l="l" t="t" r="r" b="b"/>
            <a:pathLst>
              <a:path h="3778884">
                <a:moveTo>
                  <a:pt x="0" y="3778777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055646" y="7200369"/>
            <a:ext cx="0" cy="919480"/>
          </a:xfrm>
          <a:custGeom>
            <a:avLst/>
            <a:gdLst/>
            <a:ahLst/>
            <a:cxnLst/>
            <a:rect l="l" t="t" r="r" b="b"/>
            <a:pathLst>
              <a:path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1705228" y="5106721"/>
            <a:ext cx="0" cy="715010"/>
          </a:xfrm>
          <a:custGeom>
            <a:avLst/>
            <a:gdLst/>
            <a:ahLst/>
            <a:cxnLst/>
            <a:rect l="l" t="t" r="r" b="b"/>
            <a:pathLst>
              <a:path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756176" y="7838675"/>
            <a:ext cx="0" cy="919480"/>
          </a:xfrm>
          <a:custGeom>
            <a:avLst/>
            <a:gdLst/>
            <a:ahLst/>
            <a:cxnLst/>
            <a:rect l="l" t="t" r="r" b="b"/>
            <a:pathLst>
              <a:path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545865" y="7200369"/>
            <a:ext cx="0" cy="612775"/>
          </a:xfrm>
          <a:custGeom>
            <a:avLst/>
            <a:gdLst/>
            <a:ahLst/>
            <a:cxnLst/>
            <a:rect l="l" t="t" r="r" b="b"/>
            <a:pathLst>
              <a:path h="612775">
                <a:moveTo>
                  <a:pt x="0" y="61277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450186" y="3562018"/>
            <a:ext cx="2394585" cy="0"/>
          </a:xfrm>
          <a:custGeom>
            <a:avLst/>
            <a:gdLst/>
            <a:ahLst/>
            <a:cxnLst/>
            <a:rect l="l" t="t" r="r" b="b"/>
            <a:pathLst>
              <a:path w="2394584">
                <a:moveTo>
                  <a:pt x="0" y="0"/>
                </a:moveTo>
                <a:lnTo>
                  <a:pt x="239454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043820" y="5196084"/>
            <a:ext cx="840740" cy="0"/>
          </a:xfrm>
          <a:custGeom>
            <a:avLst/>
            <a:gdLst/>
            <a:ahLst/>
            <a:cxnLst/>
            <a:rect l="l" t="t" r="r" b="b"/>
            <a:pathLst>
              <a:path w="840739">
                <a:moveTo>
                  <a:pt x="0" y="0"/>
                </a:moveTo>
                <a:lnTo>
                  <a:pt x="840636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616070" y="5196084"/>
            <a:ext cx="3413760" cy="0"/>
          </a:xfrm>
          <a:custGeom>
            <a:avLst/>
            <a:gdLst/>
            <a:ahLst/>
            <a:cxnLst/>
            <a:rect l="l" t="t" r="r" b="b"/>
            <a:pathLst>
              <a:path w="3413759">
                <a:moveTo>
                  <a:pt x="0" y="0"/>
                </a:moveTo>
                <a:lnTo>
                  <a:pt x="3413494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833509" y="6945045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272477" y="7634417"/>
            <a:ext cx="1223010" cy="0"/>
          </a:xfrm>
          <a:custGeom>
            <a:avLst/>
            <a:gdLst/>
            <a:ahLst/>
            <a:cxnLst/>
            <a:rect l="l" t="t" r="r" b="b"/>
            <a:pathLst>
              <a:path w="1223009">
                <a:moveTo>
                  <a:pt x="0" y="0"/>
                </a:moveTo>
                <a:lnTo>
                  <a:pt x="122274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68459" y="8783370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09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616070" y="8783370"/>
            <a:ext cx="1706880" cy="0"/>
          </a:xfrm>
          <a:custGeom>
            <a:avLst/>
            <a:gdLst/>
            <a:ahLst/>
            <a:cxnLst/>
            <a:rect l="l" t="t" r="r" b="b"/>
            <a:pathLst>
              <a:path w="1706880">
                <a:moveTo>
                  <a:pt x="0" y="0"/>
                </a:moveTo>
                <a:lnTo>
                  <a:pt x="1706747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93706" y="8783370"/>
            <a:ext cx="2190750" cy="0"/>
          </a:xfrm>
          <a:custGeom>
            <a:avLst/>
            <a:gdLst/>
            <a:ahLst/>
            <a:cxnLst/>
            <a:rect l="l" t="t" r="r" b="b"/>
            <a:pathLst>
              <a:path w="2190750">
                <a:moveTo>
                  <a:pt x="0" y="0"/>
                </a:moveTo>
                <a:lnTo>
                  <a:pt x="2190750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6368459" y="5157785"/>
            <a:ext cx="4725670" cy="983615"/>
            <a:chOff x="6368459" y="5157785"/>
            <a:chExt cx="4725670" cy="983615"/>
          </a:xfrm>
        </p:grpSpPr>
        <p:sp>
          <p:nvSpPr>
            <p:cNvPr id="38" name="object 38"/>
            <p:cNvSpPr/>
            <p:nvPr/>
          </p:nvSpPr>
          <p:spPr>
            <a:xfrm>
              <a:off x="6368459" y="5189701"/>
              <a:ext cx="4725670" cy="0"/>
            </a:xfrm>
            <a:custGeom>
              <a:avLst/>
              <a:gdLst/>
              <a:ahLst/>
              <a:cxnLst/>
              <a:rect l="l" t="t" r="r" b="b"/>
              <a:pathLst>
                <a:path w="4725670">
                  <a:moveTo>
                    <a:pt x="0" y="0"/>
                  </a:moveTo>
                  <a:lnTo>
                    <a:pt x="4725397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042909" y="5157785"/>
              <a:ext cx="0" cy="983615"/>
            </a:xfrm>
            <a:custGeom>
              <a:avLst/>
              <a:gdLst/>
              <a:ahLst/>
              <a:cxnLst/>
              <a:rect l="l" t="t" r="r" b="b"/>
              <a:pathLst>
                <a:path h="983614">
                  <a:moveTo>
                    <a:pt x="0" y="982992"/>
                  </a:moveTo>
                  <a:lnTo>
                    <a:pt x="0" y="0"/>
                  </a:lnTo>
                </a:path>
              </a:pathLst>
            </a:custGeom>
            <a:ln w="8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2265653" y="5655665"/>
            <a:ext cx="0" cy="1519555"/>
          </a:xfrm>
          <a:custGeom>
            <a:avLst/>
            <a:gdLst/>
            <a:ahLst/>
            <a:cxnLst/>
            <a:rect l="l" t="t" r="r" b="b"/>
            <a:pathLst>
              <a:path h="1519554">
                <a:moveTo>
                  <a:pt x="0" y="1519170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79832" y="6140779"/>
            <a:ext cx="1223010" cy="0"/>
          </a:xfrm>
          <a:custGeom>
            <a:avLst/>
            <a:gdLst/>
            <a:ahLst/>
            <a:cxnLst/>
            <a:rect l="l" t="t" r="r" b="b"/>
            <a:pathLst>
              <a:path w="1223009">
                <a:moveTo>
                  <a:pt x="0" y="0"/>
                </a:moveTo>
                <a:lnTo>
                  <a:pt x="122274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183622" y="5923754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>
                <a:moveTo>
                  <a:pt x="0" y="0"/>
                </a:moveTo>
                <a:lnTo>
                  <a:pt x="1018953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234266" y="5923754"/>
            <a:ext cx="1261110" cy="0"/>
          </a:xfrm>
          <a:custGeom>
            <a:avLst/>
            <a:gdLst/>
            <a:ahLst/>
            <a:cxnLst/>
            <a:rect l="l" t="t" r="r" b="b"/>
            <a:pathLst>
              <a:path w="1261109">
                <a:moveTo>
                  <a:pt x="0" y="0"/>
                </a:moveTo>
                <a:lnTo>
                  <a:pt x="1260955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4290823" y="6140779"/>
            <a:ext cx="0" cy="741045"/>
          </a:xfrm>
          <a:custGeom>
            <a:avLst/>
            <a:gdLst/>
            <a:ahLst/>
            <a:cxnLst/>
            <a:rect l="l" t="t" r="r" b="b"/>
            <a:pathLst>
              <a:path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979832" y="6140779"/>
            <a:ext cx="0" cy="868680"/>
          </a:xfrm>
          <a:custGeom>
            <a:avLst/>
            <a:gdLst/>
            <a:ahLst/>
            <a:cxnLst/>
            <a:rect l="l" t="t" r="r" b="b"/>
            <a:pathLst>
              <a:path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6954357" y="6140779"/>
            <a:ext cx="1286510" cy="1162050"/>
            <a:chOff x="6954357" y="6140779"/>
            <a:chExt cx="1286510" cy="1162050"/>
          </a:xfrm>
        </p:grpSpPr>
        <p:sp>
          <p:nvSpPr>
            <p:cNvPr id="47" name="object 47"/>
            <p:cNvSpPr/>
            <p:nvPr/>
          </p:nvSpPr>
          <p:spPr>
            <a:xfrm>
              <a:off x="8202576" y="6140779"/>
              <a:ext cx="0" cy="894080"/>
            </a:xfrm>
            <a:custGeom>
              <a:avLst/>
              <a:gdLst/>
              <a:ahLst/>
              <a:cxnLst/>
              <a:rect l="l" t="t" r="r" b="b"/>
              <a:pathLst>
                <a:path h="894079">
                  <a:moveTo>
                    <a:pt x="0" y="893629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54357" y="6530146"/>
              <a:ext cx="1286510" cy="140970"/>
            </a:xfrm>
            <a:custGeom>
              <a:avLst/>
              <a:gdLst/>
              <a:ahLst/>
              <a:cxnLst/>
              <a:rect l="l" t="t" r="r" b="b"/>
              <a:pathLst>
                <a:path w="1286509" h="140970">
                  <a:moveTo>
                    <a:pt x="0" y="0"/>
                  </a:moveTo>
                  <a:lnTo>
                    <a:pt x="1286429" y="0"/>
                  </a:lnTo>
                  <a:lnTo>
                    <a:pt x="1286429" y="140427"/>
                  </a:lnTo>
                  <a:lnTo>
                    <a:pt x="0" y="140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183622" y="6881215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h="128270">
                  <a:moveTo>
                    <a:pt x="0" y="127661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183622" y="7008876"/>
              <a:ext cx="1057275" cy="0"/>
            </a:xfrm>
            <a:custGeom>
              <a:avLst/>
              <a:gdLst/>
              <a:ahLst/>
              <a:cxnLst/>
              <a:rect l="l" t="t" r="r" b="b"/>
              <a:pathLst>
                <a:path w="1057275">
                  <a:moveTo>
                    <a:pt x="0" y="0"/>
                  </a:moveTo>
                  <a:lnTo>
                    <a:pt x="1057164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83622" y="7008876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h="294004">
                  <a:moveTo>
                    <a:pt x="0" y="293621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/>
          <p:nvPr/>
        </p:nvSpPr>
        <p:spPr>
          <a:xfrm>
            <a:off x="12265653" y="7174836"/>
            <a:ext cx="0" cy="128270"/>
          </a:xfrm>
          <a:custGeom>
            <a:avLst/>
            <a:gdLst/>
            <a:ahLst/>
            <a:cxnLst/>
            <a:rect l="l" t="t" r="r" b="b"/>
            <a:pathLst>
              <a:path h="128270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213482" y="1315244"/>
            <a:ext cx="1184275" cy="515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200" u="heavy">
                <a:solidFill>
                  <a:srgbClr val="445059"/>
                </a:solidFill>
                <a:uFill>
                  <a:solidFill>
                    <a:srgbClr val="959AA0"/>
                  </a:solidFill>
                </a:uFill>
                <a:latin typeface="Arial"/>
                <a:cs typeface="Arial"/>
              </a:rPr>
              <a:t>·</a:t>
            </a:r>
            <a:r>
              <a:rPr sz="3200" u="heavy">
                <a:solidFill>
                  <a:srgbClr val="959AA0"/>
                </a:solidFill>
                <a:uFill>
                  <a:solidFill>
                    <a:srgbClr val="959AA0"/>
                  </a:solidFill>
                </a:uFill>
                <a:latin typeface="Arial"/>
                <a:cs typeface="Arial"/>
              </a:rPr>
              <a:t>1</a:t>
            </a:r>
            <a:r>
              <a:rPr sz="3600" b="1" u="none" baseline="-37037">
                <a:solidFill>
                  <a:srgbClr val="6D7780"/>
                </a:solidFill>
                <a:latin typeface="Arial"/>
                <a:cs typeface="Arial"/>
              </a:rPr>
              <a:t>.</a:t>
            </a:r>
            <a:r>
              <a:rPr sz="3600" b="1" u="none" spc="-307" baseline="-37037">
                <a:solidFill>
                  <a:srgbClr val="6D7780"/>
                </a:solidFill>
                <a:latin typeface="Arial"/>
                <a:cs typeface="Arial"/>
              </a:rPr>
              <a:t> </a:t>
            </a:r>
            <a:r>
              <a:rPr sz="3200" u="none" spc="-335">
                <a:solidFill>
                  <a:srgbClr val="6D7780"/>
                </a:solidFill>
                <a:latin typeface="Arial"/>
                <a:cs typeface="Arial"/>
              </a:rPr>
              <a:t>.·.....</a:t>
            </a:r>
            <a:r>
              <a:rPr sz="3200" u="none" spc="-335">
                <a:solidFill>
                  <a:srgbClr val="80898E"/>
                </a:solidFill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9933326" y="4047131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5B666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1321650" y="4059897"/>
            <a:ext cx="38735" cy="0"/>
          </a:xfrm>
          <a:custGeom>
            <a:avLst/>
            <a:gdLst/>
            <a:ahLst/>
            <a:cxnLst/>
            <a:rect l="l" t="t" r="r" b="b"/>
            <a:pathLst>
              <a:path w="38734">
                <a:moveTo>
                  <a:pt x="0" y="0"/>
                </a:moveTo>
                <a:lnTo>
                  <a:pt x="38210" y="0"/>
                </a:lnTo>
              </a:path>
            </a:pathLst>
          </a:custGeom>
          <a:ln w="12766">
            <a:solidFill>
              <a:srgbClr val="959A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9920625" y="3606767"/>
            <a:ext cx="290195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-310">
                <a:solidFill>
                  <a:srgbClr val="5B666D"/>
                </a:solidFill>
                <a:latin typeface="Arial"/>
                <a:cs typeface="Arial"/>
              </a:rPr>
              <a:t>I</a:t>
            </a:r>
            <a:r>
              <a:rPr sz="3350" u="heavy" spc="465">
                <a:solidFill>
                  <a:srgbClr val="5B666D"/>
                </a:solidFill>
                <a:uFill>
                  <a:solidFill>
                    <a:srgbClr val="445059"/>
                  </a:solidFill>
                </a:uFill>
                <a:latin typeface="Arial"/>
                <a:cs typeface="Arial"/>
              </a:rPr>
              <a:t> </a:t>
            </a:r>
            <a:endParaRPr sz="33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536255" y="3364210"/>
            <a:ext cx="337947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750" spc="-862" baseline="33333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2700" spc="-794" baseline="27777">
                <a:solidFill>
                  <a:srgbClr val="6D7780"/>
                </a:solidFill>
                <a:latin typeface="Times New Roman"/>
                <a:cs typeface="Times New Roman"/>
              </a:rPr>
              <a:t>..</a:t>
            </a:r>
            <a:r>
              <a:rPr sz="2700" spc="-794" baseline="27777">
                <a:solidFill>
                  <a:srgbClr val="B3B8BA"/>
                </a:solidFill>
                <a:latin typeface="Times New Roman"/>
                <a:cs typeface="Times New Roman"/>
              </a:rPr>
              <a:t>.</a:t>
            </a:r>
            <a:r>
              <a:rPr sz="2700" spc="-794" baseline="27777">
                <a:solidFill>
                  <a:srgbClr val="6D7780"/>
                </a:solidFill>
                <a:latin typeface="Times New Roman"/>
                <a:cs typeface="Times New Roman"/>
              </a:rPr>
              <a:t>.</a:t>
            </a:r>
            <a:r>
              <a:rPr sz="2700" spc="-1080" baseline="27777">
                <a:solidFill>
                  <a:srgbClr val="6D7780"/>
                </a:solidFill>
                <a:latin typeface="Times New Roman"/>
                <a:cs typeface="Times New Roman"/>
              </a:rPr>
              <a:t>.</a:t>
            </a:r>
            <a:r>
              <a:rPr sz="3350" spc="-1210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2700" spc="-765" baseline="27777">
                <a:solidFill>
                  <a:srgbClr val="6D7780"/>
                </a:solidFill>
                <a:latin typeface="Times New Roman"/>
                <a:cs typeface="Times New Roman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5B666D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5B666D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4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25">
                <a:solidFill>
                  <a:srgbClr val="80898E"/>
                </a:solidFill>
                <a:latin typeface="Arial"/>
                <a:cs typeface="Arial"/>
              </a:rPr>
              <a:t>.</a:t>
            </a:r>
            <a:r>
              <a:rPr sz="3350" spc="-530">
                <a:solidFill>
                  <a:srgbClr val="80898E"/>
                </a:solidFill>
                <a:latin typeface="Arial"/>
                <a:cs typeface="Arial"/>
              </a:rPr>
              <a:t>..</a:t>
            </a:r>
            <a:r>
              <a:rPr sz="3350" spc="-530">
                <a:solidFill>
                  <a:srgbClr val="5B666D"/>
                </a:solidFill>
                <a:latin typeface="Arial"/>
                <a:cs typeface="Arial"/>
              </a:rPr>
              <a:t>..</a:t>
            </a:r>
            <a:r>
              <a:rPr sz="3350" spc="-160">
                <a:solidFill>
                  <a:srgbClr val="959AA0"/>
                </a:solidFill>
                <a:latin typeface="Arial"/>
                <a:cs typeface="Arial"/>
              </a:rPr>
              <a:t>.</a:t>
            </a:r>
            <a:r>
              <a:rPr sz="3350" spc="-530">
                <a:solidFill>
                  <a:srgbClr val="959AA0"/>
                </a:solidFill>
                <a:latin typeface="Arial"/>
                <a:cs typeface="Arial"/>
              </a:rPr>
              <a:t>.</a:t>
            </a:r>
            <a:endParaRPr sz="33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006440" y="3619533"/>
            <a:ext cx="1437005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47775" indent="-1235075">
              <a:lnSpc>
                <a:spcPct val="100000"/>
              </a:lnSpc>
              <a:spcBef>
                <a:spcPts val="114"/>
              </a:spcBef>
              <a:buClr>
                <a:srgbClr val="445059"/>
              </a:buClr>
              <a:buChar char="•"/>
              <a:tabLst>
                <a:tab pos="1247775" algn="l"/>
              </a:tabLst>
            </a:pPr>
            <a:r>
              <a:rPr sz="2600" u="heavy" spc="-204">
                <a:solidFill>
                  <a:srgbClr val="333B41"/>
                </a:solidFill>
                <a:uFill>
                  <a:solidFill>
                    <a:srgbClr val="333B41"/>
                  </a:solidFill>
                </a:uFill>
                <a:latin typeface="Arial"/>
                <a:cs typeface="Arial"/>
              </a:rPr>
              <a:t>•</a:t>
            </a:r>
            <a:r>
              <a:rPr sz="3350" u="none" spc="-204">
                <a:solidFill>
                  <a:srgbClr val="959AA0"/>
                </a:solidFill>
                <a:latin typeface="Arial"/>
                <a:cs typeface="Arial"/>
              </a:rPr>
              <a:t>I</a:t>
            </a:r>
            <a:endParaRPr sz="33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096612" y="4225924"/>
            <a:ext cx="7296150" cy="622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b="1" spc="135">
                <a:solidFill>
                  <a:srgbClr val="010305"/>
                </a:solidFill>
                <a:latin typeface="Arial"/>
                <a:cs typeface="Arial"/>
              </a:rPr>
              <a:t>The</a:t>
            </a:r>
            <a:r>
              <a:rPr sz="3900" b="1" spc="6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3900" b="1">
                <a:solidFill>
                  <a:srgbClr val="010305"/>
                </a:solidFill>
                <a:latin typeface="Arial"/>
                <a:cs typeface="Arial"/>
              </a:rPr>
              <a:t>Automated</a:t>
            </a:r>
            <a:r>
              <a:rPr sz="3900" b="1" spc="434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3900" b="1" spc="100">
                <a:solidFill>
                  <a:srgbClr val="010305"/>
                </a:solidFill>
                <a:latin typeface="Arial"/>
                <a:cs typeface="Arial"/>
              </a:rPr>
              <a:t>Data</a:t>
            </a:r>
            <a:r>
              <a:rPr sz="3900" b="1" spc="60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3900" b="1" spc="-10">
                <a:solidFill>
                  <a:srgbClr val="010305"/>
                </a:solidFill>
                <a:latin typeface="Arial"/>
                <a:cs typeface="Arial"/>
              </a:rPr>
              <a:t>Engineer</a:t>
            </a:r>
            <a:endParaRPr sz="39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925858" y="8221729"/>
            <a:ext cx="330327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100">
                <a:solidFill>
                  <a:srgbClr val="010305"/>
                </a:solidFill>
                <a:latin typeface="Arial"/>
                <a:cs typeface="Arial"/>
              </a:rPr>
              <a:t>Multi-</a:t>
            </a:r>
            <a:r>
              <a:rPr sz="2400" spc="130">
                <a:solidFill>
                  <a:srgbClr val="010305"/>
                </a:solidFill>
                <a:latin typeface="Arial"/>
                <a:cs typeface="Arial"/>
              </a:rPr>
              <a:t>Agent</a:t>
            </a:r>
            <a:r>
              <a:rPr sz="2400" spc="18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 spc="114">
                <a:solidFill>
                  <a:srgbClr val="010305"/>
                </a:solidFill>
                <a:latin typeface="Arial"/>
                <a:cs typeface="Arial"/>
              </a:rPr>
              <a:t>Al</a:t>
            </a:r>
            <a:r>
              <a:rPr sz="2400" spc="-13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 spc="80">
                <a:solidFill>
                  <a:srgbClr val="010305"/>
                </a:solidFill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628652" y="5113172"/>
            <a:ext cx="6604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50">
                <a:solidFill>
                  <a:srgbClr val="B3B8BA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935366" y="5464240"/>
            <a:ext cx="1422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>
                <a:solidFill>
                  <a:srgbClr val="959AA0"/>
                </a:solidFill>
                <a:latin typeface="Arial"/>
                <a:cs typeface="Arial"/>
              </a:rPr>
              <a:t>r,</a:t>
            </a:r>
            <a:endParaRPr sz="14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121101" y="5183385"/>
            <a:ext cx="36893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125">
                <a:solidFill>
                  <a:srgbClr val="333B41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923113" y="5681265"/>
            <a:ext cx="252729" cy="515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spc="-560">
                <a:solidFill>
                  <a:srgbClr val="5B666D"/>
                </a:solidFill>
                <a:latin typeface="Arial"/>
                <a:cs typeface="Arial"/>
              </a:rPr>
              <a:t>1</a:t>
            </a:r>
            <a:r>
              <a:rPr sz="3200" spc="-560">
                <a:solidFill>
                  <a:srgbClr val="333B41"/>
                </a:solidFill>
                <a:latin typeface="Arial"/>
                <a:cs typeface="Arial"/>
              </a:rPr>
              <a:t>·</a:t>
            </a:r>
            <a:endParaRPr sz="32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8132509" y="6217375"/>
            <a:ext cx="300990" cy="0"/>
          </a:xfrm>
          <a:custGeom>
            <a:avLst/>
            <a:gdLst/>
            <a:ahLst/>
            <a:cxnLst/>
            <a:rect l="l" t="t" r="r" b="b"/>
            <a:pathLst>
              <a:path w="300990">
                <a:moveTo>
                  <a:pt x="0" y="0"/>
                </a:moveTo>
                <a:lnTo>
                  <a:pt x="300821" y="0"/>
                </a:lnTo>
              </a:path>
            </a:pathLst>
          </a:custGeom>
          <a:ln w="12766">
            <a:solidFill>
              <a:srgbClr val="6D77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8119808" y="5808927"/>
            <a:ext cx="410845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87655" indent="-274955">
              <a:lnSpc>
                <a:spcPct val="100000"/>
              </a:lnSpc>
              <a:spcBef>
                <a:spcPts val="114"/>
              </a:spcBef>
              <a:buClr>
                <a:srgbClr val="445059"/>
              </a:buClr>
              <a:buChar char="•"/>
              <a:tabLst>
                <a:tab pos="287655" algn="l"/>
              </a:tabLst>
            </a:pPr>
            <a:r>
              <a:rPr sz="3100" spc="-50">
                <a:solidFill>
                  <a:srgbClr val="6D7780"/>
                </a:solidFill>
                <a:latin typeface="Arial"/>
                <a:cs typeface="Arial"/>
              </a:rPr>
              <a:t>I</a:t>
            </a:r>
            <a:endParaRPr sz="31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5042655" y="5802543"/>
            <a:ext cx="316230" cy="856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52400">
              <a:lnSpc>
                <a:spcPts val="3710"/>
              </a:lnSpc>
              <a:spcBef>
                <a:spcPts val="114"/>
              </a:spcBef>
            </a:pPr>
            <a:r>
              <a:rPr sz="3550" spc="-50">
                <a:solidFill>
                  <a:srgbClr val="80898E"/>
                </a:solidFill>
                <a:latin typeface="Times New Roman"/>
                <a:cs typeface="Times New Roman"/>
              </a:rPr>
              <a:t>!</a:t>
            </a:r>
            <a:endParaRPr sz="3550">
              <a:latin typeface="Times New Roman"/>
              <a:cs typeface="Times New Roman"/>
            </a:endParaRPr>
          </a:p>
          <a:p>
            <a:pPr marL="12700">
              <a:lnSpc>
                <a:spcPts val="2810"/>
              </a:lnSpc>
            </a:pPr>
            <a:r>
              <a:rPr sz="2800" spc="90">
                <a:solidFill>
                  <a:srgbClr val="010305"/>
                </a:solidFill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850755" y="6115314"/>
            <a:ext cx="21272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25">
                <a:solidFill>
                  <a:srgbClr val="80898E"/>
                </a:solidFill>
                <a:latin typeface="Arial"/>
                <a:cs typeface="Arial"/>
              </a:rPr>
              <a:t>••</a:t>
            </a:r>
            <a:endParaRPr sz="21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3457885" y="6013185"/>
            <a:ext cx="182245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i="1" spc="-55">
                <a:solidFill>
                  <a:srgbClr val="6D7780"/>
                </a:solidFill>
                <a:latin typeface="Arial"/>
                <a:cs typeface="Arial"/>
              </a:rPr>
              <a:t>,.:</a:t>
            </a:r>
            <a:endParaRPr sz="17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585380" y="6357872"/>
            <a:ext cx="39243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00" spc="65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1800" spc="-300">
                <a:solidFill>
                  <a:srgbClr val="6D7780"/>
                </a:solidFill>
                <a:latin typeface="Arial"/>
                <a:cs typeface="Arial"/>
              </a:rPr>
              <a:t> </a:t>
            </a:r>
            <a:r>
              <a:rPr sz="1900" spc="105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1900" spc="-415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3000" spc="165" baseline="25000">
                <a:solidFill>
                  <a:srgbClr val="6D7780"/>
                </a:solidFill>
                <a:latin typeface="Arial"/>
                <a:cs typeface="Arial"/>
              </a:rPr>
              <a:t>•</a:t>
            </a:r>
            <a:endParaRPr sz="3000" baseline="25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601012" y="6038718"/>
            <a:ext cx="75819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25145" algn="l"/>
              </a:tabLst>
            </a:pPr>
            <a:r>
              <a:rPr sz="3900" spc="80">
                <a:solidFill>
                  <a:srgbClr val="6D7780"/>
                </a:solidFill>
                <a:latin typeface="Arial"/>
                <a:cs typeface="Arial"/>
              </a:rPr>
              <a:t>-</a:t>
            </a:r>
            <a:r>
              <a:rPr sz="3900">
                <a:solidFill>
                  <a:srgbClr val="6D7780"/>
                </a:solidFill>
                <a:latin typeface="Arial"/>
                <a:cs typeface="Arial"/>
              </a:rPr>
              <a:t>	</a:t>
            </a:r>
            <a:r>
              <a:rPr sz="4700" spc="105">
                <a:solidFill>
                  <a:srgbClr val="6D7780"/>
                </a:solidFill>
                <a:latin typeface="Times New Roman"/>
                <a:cs typeface="Times New Roman"/>
              </a:rPr>
              <a:t>-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537131" y="6325956"/>
            <a:ext cx="671830" cy="784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950" spc="-1285">
                <a:solidFill>
                  <a:srgbClr val="80898E"/>
                </a:solidFill>
                <a:latin typeface="Arial"/>
                <a:cs typeface="Arial"/>
              </a:rPr>
              <a:t>·</a:t>
            </a:r>
            <a:r>
              <a:rPr sz="2700" spc="-97" baseline="-12345">
                <a:solidFill>
                  <a:srgbClr val="80898E"/>
                </a:solidFill>
                <a:latin typeface="Arial"/>
                <a:cs typeface="Arial"/>
              </a:rPr>
              <a:t>•</a:t>
            </a:r>
            <a:r>
              <a:rPr sz="4950" spc="-1650">
                <a:solidFill>
                  <a:srgbClr val="80898E"/>
                </a:solidFill>
                <a:latin typeface="Arial"/>
                <a:cs typeface="Arial"/>
              </a:rPr>
              <a:t>·</a:t>
            </a:r>
            <a:r>
              <a:rPr sz="2700" spc="-262" baseline="-12345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2700" spc="-690" baseline="-12345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4950" spc="-180">
                <a:solidFill>
                  <a:srgbClr val="80898E"/>
                </a:solidFill>
                <a:latin typeface="Arial"/>
                <a:cs typeface="Arial"/>
              </a:rPr>
              <a:t>·•</a:t>
            </a:r>
            <a:endParaRPr sz="49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5095701" y="5936588"/>
            <a:ext cx="416559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0800" spc="-3067" baseline="-30864">
                <a:solidFill>
                  <a:srgbClr val="333B41"/>
                </a:solidFill>
                <a:latin typeface="Arial"/>
                <a:cs typeface="Arial"/>
              </a:rPr>
              <a:t>•</a:t>
            </a:r>
            <a:r>
              <a:rPr sz="2400" spc="35">
                <a:solidFill>
                  <a:srgbClr val="80898E"/>
                </a:solidFill>
                <a:latin typeface="Arial"/>
                <a:cs typeface="Arial"/>
              </a:rPr>
              <a:t>�</a:t>
            </a:r>
            <a:endParaRPr sz="24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799640" y="6932348"/>
            <a:ext cx="410209" cy="439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700" spc="-875">
                <a:solidFill>
                  <a:srgbClr val="6D7780"/>
                </a:solidFill>
                <a:latin typeface="Arial"/>
                <a:cs typeface="Arial"/>
              </a:rPr>
              <a:t>·</a:t>
            </a:r>
            <a:r>
              <a:rPr sz="2850" spc="30" baseline="29239">
                <a:solidFill>
                  <a:srgbClr val="6D7780"/>
                </a:solidFill>
                <a:latin typeface="Arial"/>
                <a:cs typeface="Arial"/>
              </a:rPr>
              <a:t>•</a:t>
            </a:r>
            <a:r>
              <a:rPr sz="2850" spc="-442" baseline="29239">
                <a:solidFill>
                  <a:srgbClr val="6D7780"/>
                </a:solidFill>
                <a:latin typeface="Arial"/>
                <a:cs typeface="Arial"/>
              </a:rPr>
              <a:t> </a:t>
            </a:r>
            <a:r>
              <a:rPr sz="2700" spc="35">
                <a:solidFill>
                  <a:srgbClr val="6D7780"/>
                </a:solidFill>
                <a:latin typeface="Arial"/>
                <a:cs typeface="Arial"/>
              </a:rPr>
              <a:t>+</a:t>
            </a:r>
            <a:endParaRPr sz="2700">
              <a:latin typeface="Arial"/>
              <a:cs typeface="Arial"/>
            </a:endParaRPr>
          </a:p>
        </p:txBody>
      </p:sp>
      <p:graphicFrame>
        <p:nvGraphicFramePr>
          <p:cNvPr id="75" name="object 75"/>
          <p:cNvGraphicFramePr>
            <a:graphicFrameLocks noGrp="1"/>
          </p:cNvGraphicFramePr>
          <p:nvPr/>
        </p:nvGraphicFramePr>
        <p:xfrm>
          <a:off x="9215161" y="6472698"/>
          <a:ext cx="1260474" cy="960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10"/>
                        </a:lnSpc>
                      </a:pPr>
                      <a:r>
                        <a:rPr sz="6150" spc="-1987" baseline="-21680">
                          <a:solidFill>
                            <a:srgbClr val="6D778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3900" spc="-440">
                          <a:solidFill>
                            <a:srgbClr val="6D7780"/>
                          </a:solidFill>
                          <a:latin typeface="Arial"/>
                          <a:cs typeface="Arial"/>
                        </a:rPr>
                        <a:t>-</a:t>
                      </a:r>
                      <a:endParaRPr sz="3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110"/>
                        </a:lnSpc>
                      </a:pPr>
                      <a:r>
                        <a:rPr sz="4700" spc="-1545">
                          <a:solidFill>
                            <a:srgbClr val="6D778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6150" spc="44" baseline="-21680">
                          <a:solidFill>
                            <a:srgbClr val="6D778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6150" baseline="-2168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10"/>
                        </a:lnSpc>
                      </a:pPr>
                      <a:r>
                        <a:rPr sz="5350" spc="35">
                          <a:solidFill>
                            <a:srgbClr val="6D778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360">
                        <a:lnSpc>
                          <a:spcPts val="2310"/>
                        </a:lnSpc>
                      </a:pPr>
                      <a:r>
                        <a:rPr sz="5350" spc="35">
                          <a:solidFill>
                            <a:srgbClr val="5B666D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5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object 76"/>
          <p:cNvSpPr txBox="1"/>
          <p:nvPr/>
        </p:nvSpPr>
        <p:spPr>
          <a:xfrm>
            <a:off x="6943898" y="8221729"/>
            <a:ext cx="362712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80">
                <a:solidFill>
                  <a:srgbClr val="010305"/>
                </a:solidFill>
                <a:latin typeface="Arial"/>
                <a:cs typeface="Arial"/>
              </a:rPr>
              <a:t>Natural</a:t>
            </a:r>
            <a:r>
              <a:rPr sz="2400" spc="-7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 spc="60">
                <a:solidFill>
                  <a:srgbClr val="010305"/>
                </a:solidFill>
                <a:latin typeface="Arial"/>
                <a:cs typeface="Arial"/>
              </a:rPr>
              <a:t>Language</a:t>
            </a:r>
            <a:r>
              <a:rPr sz="2400" spc="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>
                <a:solidFill>
                  <a:srgbClr val="010305"/>
                </a:solidFill>
                <a:latin typeface="Arial"/>
                <a:cs typeface="Arial"/>
              </a:rPr>
              <a:t>to</a:t>
            </a:r>
            <a:r>
              <a:rPr sz="2400" spc="120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 spc="-25">
                <a:solidFill>
                  <a:srgbClr val="010305"/>
                </a:solidFill>
                <a:latin typeface="Arial"/>
                <a:cs typeface="Arial"/>
              </a:rPr>
              <a:t>SQL</a:t>
            </a:r>
            <a:endParaRPr sz="24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279750" y="8221729"/>
            <a:ext cx="329057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50">
                <a:solidFill>
                  <a:srgbClr val="010305"/>
                </a:solidFill>
                <a:latin typeface="Arial"/>
                <a:cs typeface="Arial"/>
              </a:rPr>
              <a:t>Explainable</a:t>
            </a:r>
            <a:r>
              <a:rPr sz="2400" spc="25">
                <a:solidFill>
                  <a:srgbClr val="010305"/>
                </a:solidFill>
                <a:latin typeface="Arial"/>
                <a:cs typeface="Arial"/>
              </a:rPr>
              <a:t> </a:t>
            </a:r>
            <a:r>
              <a:rPr sz="2400" spc="-10">
                <a:solidFill>
                  <a:srgbClr val="010305"/>
                </a:solidFill>
                <a:latin typeface="Arial"/>
                <a:cs typeface="Arial"/>
              </a:rPr>
              <a:t>Reasoning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61AFD52F-8A5F-E5CB-CDA8-0D700EE258D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873890" y="5508438"/>
            <a:ext cx="3898900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793" y="1327943"/>
            <a:ext cx="3388020" cy="29106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7950" y="2374767"/>
            <a:ext cx="2420014" cy="18127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51253" y="1327943"/>
            <a:ext cx="1986959" cy="28851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88854" y="5591836"/>
            <a:ext cx="1452008" cy="16340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4767" y="5464175"/>
            <a:ext cx="1069901" cy="3574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7793" y="7302500"/>
            <a:ext cx="1248217" cy="19659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73919" y="7430161"/>
            <a:ext cx="1732221" cy="51064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01514" y="5770562"/>
            <a:ext cx="2369066" cy="145534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717964" y="5387577"/>
            <a:ext cx="3948445" cy="18383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92037" y="7353564"/>
            <a:ext cx="1553904" cy="6893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036078" y="7379096"/>
            <a:ext cx="1681272" cy="10212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42378" y="7608887"/>
            <a:ext cx="331159" cy="51064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49278" y="8681243"/>
            <a:ext cx="3362547" cy="25532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902801" y="7379096"/>
            <a:ext cx="891584" cy="107235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310384" y="8681243"/>
            <a:ext cx="3286125" cy="25532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615462" y="7302500"/>
            <a:ext cx="1197270" cy="2017051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273691" y="4238623"/>
            <a:ext cx="0" cy="3063875"/>
          </a:xfrm>
          <a:custGeom>
            <a:avLst/>
            <a:gdLst/>
            <a:ahLst/>
            <a:cxnLst/>
            <a:rect l="l" t="t" r="r" b="b"/>
            <a:pathLst>
              <a:path h="3063875">
                <a:moveTo>
                  <a:pt x="0" y="306387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13798" y="4238623"/>
            <a:ext cx="0" cy="3063875"/>
          </a:xfrm>
          <a:custGeom>
            <a:avLst/>
            <a:gdLst/>
            <a:ahLst/>
            <a:cxnLst/>
            <a:rect l="l" t="t" r="r" b="b"/>
            <a:pathLst>
              <a:path h="3063875">
                <a:moveTo>
                  <a:pt x="0" y="306387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694010" y="4238623"/>
            <a:ext cx="0" cy="3063875"/>
          </a:xfrm>
          <a:custGeom>
            <a:avLst/>
            <a:gdLst/>
            <a:ahLst/>
            <a:cxnLst/>
            <a:rect l="l" t="t" r="r" b="b"/>
            <a:pathLst>
              <a:path h="3063875">
                <a:moveTo>
                  <a:pt x="0" y="3063874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27065" y="7225900"/>
            <a:ext cx="0" cy="485140"/>
          </a:xfrm>
          <a:custGeom>
            <a:avLst/>
            <a:gdLst/>
            <a:ahLst/>
            <a:cxnLst/>
            <a:rect l="l" t="t" r="r" b="b"/>
            <a:pathLst>
              <a:path h="485140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24866" y="4008833"/>
            <a:ext cx="0" cy="511175"/>
          </a:xfrm>
          <a:custGeom>
            <a:avLst/>
            <a:gdLst/>
            <a:ahLst/>
            <a:cxnLst/>
            <a:rect l="l" t="t" r="r" b="b"/>
            <a:pathLst>
              <a:path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44350" y="7430159"/>
            <a:ext cx="0" cy="511175"/>
          </a:xfrm>
          <a:custGeom>
            <a:avLst/>
            <a:gdLst/>
            <a:ahLst/>
            <a:cxnLst/>
            <a:rect l="l" t="t" r="r" b="b"/>
            <a:pathLst>
              <a:path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48141" y="6817384"/>
            <a:ext cx="0" cy="894080"/>
          </a:xfrm>
          <a:custGeom>
            <a:avLst/>
            <a:gdLst/>
            <a:ahLst/>
            <a:cxnLst/>
            <a:rect l="l" t="t" r="r" b="b"/>
            <a:pathLst>
              <a:path h="894079">
                <a:moveTo>
                  <a:pt x="0" y="89362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39195" y="5668431"/>
            <a:ext cx="0" cy="561975"/>
          </a:xfrm>
          <a:custGeom>
            <a:avLst/>
            <a:gdLst/>
            <a:ahLst/>
            <a:cxnLst/>
            <a:rect l="l" t="t" r="r" b="b"/>
            <a:pathLst>
              <a:path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17512" y="6587594"/>
            <a:ext cx="0" cy="766445"/>
          </a:xfrm>
          <a:custGeom>
            <a:avLst/>
            <a:gdLst/>
            <a:ahLst/>
            <a:cxnLst/>
            <a:rect l="l" t="t" r="r" b="b"/>
            <a:pathLst>
              <a:path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30248" y="5642899"/>
            <a:ext cx="0" cy="536575"/>
          </a:xfrm>
          <a:custGeom>
            <a:avLst/>
            <a:gdLst/>
            <a:ahLst/>
            <a:cxnLst/>
            <a:rect l="l" t="t" r="r" b="b"/>
            <a:pathLst>
              <a:path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750263" y="2374767"/>
            <a:ext cx="0" cy="2170430"/>
          </a:xfrm>
          <a:custGeom>
            <a:avLst/>
            <a:gdLst/>
            <a:ahLst/>
            <a:cxnLst/>
            <a:rect l="l" t="t" r="r" b="b"/>
            <a:pathLst>
              <a:path h="2170429">
                <a:moveTo>
                  <a:pt x="0" y="217024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660801" y="7685482"/>
            <a:ext cx="0" cy="996315"/>
          </a:xfrm>
          <a:custGeom>
            <a:avLst/>
            <a:gdLst/>
            <a:ahLst/>
            <a:cxnLst/>
            <a:rect l="l" t="t" r="r" b="b"/>
            <a:pathLst>
              <a:path h="996315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928277" y="8221660"/>
            <a:ext cx="0" cy="408940"/>
          </a:xfrm>
          <a:custGeom>
            <a:avLst/>
            <a:gdLst/>
            <a:ahLst/>
            <a:cxnLst/>
            <a:rect l="l" t="t" r="r" b="b"/>
            <a:pathLst>
              <a:path h="408940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979224" y="5872689"/>
            <a:ext cx="0" cy="1302385"/>
          </a:xfrm>
          <a:custGeom>
            <a:avLst/>
            <a:gdLst/>
            <a:ahLst/>
            <a:cxnLst/>
            <a:rect l="l" t="t" r="r" b="b"/>
            <a:pathLst>
              <a:path h="1302384">
                <a:moveTo>
                  <a:pt x="0" y="130214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819254" y="4213091"/>
            <a:ext cx="0" cy="3192145"/>
          </a:xfrm>
          <a:custGeom>
            <a:avLst/>
            <a:gdLst/>
            <a:ahLst/>
            <a:cxnLst/>
            <a:rect l="l" t="t" r="r" b="b"/>
            <a:pathLst>
              <a:path h="3192145">
                <a:moveTo>
                  <a:pt x="0" y="3191535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086729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226835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948445" y="1940718"/>
            <a:ext cx="2879090" cy="0"/>
          </a:xfrm>
          <a:custGeom>
            <a:avLst/>
            <a:gdLst/>
            <a:ahLst/>
            <a:cxnLst/>
            <a:rect l="l" t="t" r="r" b="b"/>
            <a:pathLst>
              <a:path w="2879090">
                <a:moveTo>
                  <a:pt x="0" y="0"/>
                </a:moveTo>
                <a:lnTo>
                  <a:pt x="2878543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960271" y="4162026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67171" y="4379051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4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323424" y="4391817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5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59590" y="5119487"/>
            <a:ext cx="4712970" cy="0"/>
          </a:xfrm>
          <a:custGeom>
            <a:avLst/>
            <a:gdLst/>
            <a:ahLst/>
            <a:cxnLst/>
            <a:rect l="l" t="t" r="r" b="b"/>
            <a:pathLst>
              <a:path w="4712970">
                <a:moveTo>
                  <a:pt x="0" y="0"/>
                </a:moveTo>
                <a:lnTo>
                  <a:pt x="471266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03183" y="5630133"/>
            <a:ext cx="892175" cy="0"/>
          </a:xfrm>
          <a:custGeom>
            <a:avLst/>
            <a:gdLst/>
            <a:ahLst/>
            <a:cxnLst/>
            <a:rect l="l" t="t" r="r" b="b"/>
            <a:pathLst>
              <a:path w="892175">
                <a:moveTo>
                  <a:pt x="0" y="0"/>
                </a:moveTo>
                <a:lnTo>
                  <a:pt x="89158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113721" y="6204609"/>
            <a:ext cx="636905" cy="0"/>
          </a:xfrm>
          <a:custGeom>
            <a:avLst/>
            <a:gdLst/>
            <a:ahLst/>
            <a:cxnLst/>
            <a:rect l="l" t="t" r="r" b="b"/>
            <a:pathLst>
              <a:path w="636904">
                <a:moveTo>
                  <a:pt x="0" y="0"/>
                </a:moveTo>
                <a:lnTo>
                  <a:pt x="636845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749960" y="6830150"/>
            <a:ext cx="866140" cy="0"/>
          </a:xfrm>
          <a:custGeom>
            <a:avLst/>
            <a:gdLst/>
            <a:ahLst/>
            <a:cxnLst/>
            <a:rect l="l" t="t" r="r" b="b"/>
            <a:pathLst>
              <a:path w="86614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935404" y="6830150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367852" y="7430159"/>
            <a:ext cx="5553710" cy="0"/>
          </a:xfrm>
          <a:custGeom>
            <a:avLst/>
            <a:gdLst/>
            <a:ahLst/>
            <a:cxnLst/>
            <a:rect l="l" t="t" r="r" b="b"/>
            <a:pathLst>
              <a:path w="5553709">
                <a:moveTo>
                  <a:pt x="0" y="0"/>
                </a:moveTo>
                <a:lnTo>
                  <a:pt x="5553296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14328" y="7672716"/>
            <a:ext cx="1859914" cy="0"/>
          </a:xfrm>
          <a:custGeom>
            <a:avLst/>
            <a:gdLst/>
            <a:ahLst/>
            <a:cxnLst/>
            <a:rect l="l" t="t" r="r" b="b"/>
            <a:pathLst>
              <a:path w="1859914">
                <a:moveTo>
                  <a:pt x="0" y="0"/>
                </a:moveTo>
                <a:lnTo>
                  <a:pt x="185959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36011" y="871953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4596509" y="8783370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>
                <a:moveTo>
                  <a:pt x="0" y="0"/>
                </a:moveTo>
                <a:lnTo>
                  <a:pt x="1018953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36011" y="8859966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6114445" y="562041"/>
            <a:ext cx="5275580" cy="684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b="1" spc="-155">
                <a:solidFill>
                  <a:srgbClr val="07080A"/>
                </a:solidFill>
                <a:latin typeface="Arial"/>
                <a:cs typeface="Arial"/>
              </a:rPr>
              <a:t>THE</a:t>
            </a:r>
            <a:r>
              <a:rPr sz="4300" b="1" spc="-175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4300" b="1" spc="-170">
                <a:solidFill>
                  <a:srgbClr val="07080A"/>
                </a:solidFill>
                <a:latin typeface="Arial"/>
                <a:cs typeface="Arial"/>
              </a:rPr>
              <a:t>PROJECT</a:t>
            </a:r>
            <a:r>
              <a:rPr sz="4300" b="1" spc="-80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4300" b="1" spc="-45">
                <a:solidFill>
                  <a:srgbClr val="07080A"/>
                </a:solidFill>
                <a:latin typeface="Arial"/>
                <a:cs typeface="Arial"/>
              </a:rPr>
              <a:t>TEAM</a:t>
            </a:r>
            <a:endParaRPr sz="43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727481" y="1966250"/>
            <a:ext cx="1380490" cy="0"/>
          </a:xfrm>
          <a:custGeom>
            <a:avLst/>
            <a:gdLst/>
            <a:ahLst/>
            <a:cxnLst/>
            <a:rect l="l" t="t" r="r" b="b"/>
            <a:pathLst>
              <a:path w="1380490">
                <a:moveTo>
                  <a:pt x="0" y="0"/>
                </a:moveTo>
                <a:lnTo>
                  <a:pt x="1380243" y="0"/>
                </a:lnTo>
              </a:path>
            </a:pathLst>
          </a:custGeom>
          <a:ln w="12766">
            <a:solidFill>
              <a:srgbClr val="4B5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9628233" y="1959867"/>
            <a:ext cx="1136015" cy="13335"/>
            <a:chOff x="9628233" y="1959867"/>
            <a:chExt cx="1136015" cy="13335"/>
          </a:xfrm>
        </p:grpSpPr>
        <p:sp>
          <p:nvSpPr>
            <p:cNvPr id="52" name="object 52"/>
            <p:cNvSpPr/>
            <p:nvPr/>
          </p:nvSpPr>
          <p:spPr>
            <a:xfrm>
              <a:off x="9628233" y="1966250"/>
              <a:ext cx="993775" cy="0"/>
            </a:xfrm>
            <a:custGeom>
              <a:avLst/>
              <a:gdLst/>
              <a:ahLst/>
              <a:cxnLst/>
              <a:rect l="l" t="t" r="r" b="b"/>
              <a:pathLst>
                <a:path w="993775">
                  <a:moveTo>
                    <a:pt x="0" y="0"/>
                  </a:moveTo>
                  <a:lnTo>
                    <a:pt x="993479" y="0"/>
                  </a:lnTo>
                </a:path>
              </a:pathLst>
            </a:custGeom>
            <a:ln w="12766">
              <a:solidFill>
                <a:srgbClr val="6069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131118" y="1966250"/>
              <a:ext cx="269875" cy="0"/>
            </a:xfrm>
            <a:custGeom>
              <a:avLst/>
              <a:gdLst/>
              <a:ahLst/>
              <a:cxnLst/>
              <a:rect l="l" t="t" r="r" b="b"/>
              <a:pathLst>
                <a:path w="269875">
                  <a:moveTo>
                    <a:pt x="0" y="0"/>
                  </a:moveTo>
                  <a:lnTo>
                    <a:pt x="269674" y="0"/>
                  </a:lnTo>
                </a:path>
              </a:pathLst>
            </a:custGeom>
            <a:ln w="12766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496827" y="1966250"/>
              <a:ext cx="267335" cy="0"/>
            </a:xfrm>
            <a:custGeom>
              <a:avLst/>
              <a:gdLst/>
              <a:ahLst/>
              <a:cxnLst/>
              <a:rect l="l" t="t" r="r" b="b"/>
              <a:pathLst>
                <a:path w="267334">
                  <a:moveTo>
                    <a:pt x="0" y="0"/>
                  </a:moveTo>
                  <a:lnTo>
                    <a:pt x="267048" y="0"/>
                  </a:lnTo>
                </a:path>
              </a:pathLst>
            </a:custGeom>
            <a:ln w="12766">
              <a:solidFill>
                <a:srgbClr val="0708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/>
          <p:nvPr/>
        </p:nvSpPr>
        <p:spPr>
          <a:xfrm>
            <a:off x="10915761" y="1966250"/>
            <a:ext cx="884555" cy="0"/>
          </a:xfrm>
          <a:custGeom>
            <a:avLst/>
            <a:gdLst/>
            <a:ahLst/>
            <a:cxnLst/>
            <a:rect l="l" t="t" r="r" b="b"/>
            <a:pathLst>
              <a:path w="884554">
                <a:moveTo>
                  <a:pt x="0" y="0"/>
                </a:moveTo>
                <a:lnTo>
                  <a:pt x="884444" y="0"/>
                </a:lnTo>
              </a:path>
            </a:pathLst>
          </a:custGeom>
          <a:ln w="12766">
            <a:solidFill>
              <a:srgbClr val="0708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2103974" y="1966250"/>
            <a:ext cx="1547495" cy="0"/>
          </a:xfrm>
          <a:custGeom>
            <a:avLst/>
            <a:gdLst/>
            <a:ahLst/>
            <a:cxnLst/>
            <a:rect l="l" t="t" r="r" b="b"/>
            <a:pathLst>
              <a:path w="1547494">
                <a:moveTo>
                  <a:pt x="0" y="0"/>
                </a:moveTo>
                <a:lnTo>
                  <a:pt x="1546996" y="0"/>
                </a:lnTo>
              </a:path>
            </a:pathLst>
          </a:custGeom>
          <a:ln w="12766">
            <a:solidFill>
              <a:srgbClr val="0708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 descr="$PPTXTitle"/>
          <p:cNvSpPr txBox="1">
            <a:spLocks noGrp="1"/>
          </p:cNvSpPr>
          <p:nvPr>
            <p:ph type="title"/>
          </p:nvPr>
        </p:nvSpPr>
        <p:spPr>
          <a:xfrm>
            <a:off x="5371227" y="1344917"/>
            <a:ext cx="8070850" cy="870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24305" algn="l"/>
              </a:tabLst>
            </a:pPr>
            <a:r>
              <a:rPr sz="4650" b="0" spc="-425" dirty="0">
                <a:solidFill>
                  <a:srgbClr val="AFB1B1"/>
                </a:solidFill>
                <a:latin typeface="Arial"/>
                <a:cs typeface="Arial"/>
              </a:rPr>
              <a:t>,</a:t>
            </a:r>
            <a:r>
              <a:rPr sz="4650" b="0" spc="-425" dirty="0">
                <a:solidFill>
                  <a:srgbClr val="909595"/>
                </a:solidFill>
                <a:latin typeface="Arial"/>
                <a:cs typeface="Arial"/>
              </a:rPr>
              <a:t>,</a:t>
            </a:r>
            <a:r>
              <a:rPr sz="4650" b="0" spc="-425" dirty="0">
                <a:solidFill>
                  <a:srgbClr val="AFB1B1"/>
                </a:solidFill>
                <a:latin typeface="Arial"/>
                <a:cs typeface="Arial"/>
              </a:rPr>
              <a:t>,</a:t>
            </a:r>
            <a:r>
              <a:rPr sz="4650" b="0" spc="-700" dirty="0">
                <a:solidFill>
                  <a:srgbClr val="AFB1B1"/>
                </a:solidFill>
                <a:latin typeface="Arial"/>
                <a:cs typeface="Arial"/>
              </a:rPr>
              <a:t> </a:t>
            </a:r>
            <a:r>
              <a:rPr sz="4650" b="0" spc="-285" dirty="0">
                <a:solidFill>
                  <a:srgbClr val="AFB1B1"/>
                </a:solidFill>
                <a:latin typeface="Arial"/>
                <a:cs typeface="Arial"/>
              </a:rPr>
              <a:t>,</a:t>
            </a:r>
            <a:r>
              <a:rPr sz="4650" b="0" spc="-700" dirty="0">
                <a:solidFill>
                  <a:srgbClr val="AFB1B1"/>
                </a:solidFill>
                <a:latin typeface="Arial"/>
                <a:cs typeface="Arial"/>
              </a:rPr>
              <a:t> </a:t>
            </a:r>
            <a:r>
              <a:rPr sz="4650" b="0" spc="-425" dirty="0">
                <a:solidFill>
                  <a:srgbClr val="AFB1B1"/>
                </a:solidFill>
                <a:latin typeface="Arial"/>
                <a:cs typeface="Arial"/>
              </a:rPr>
              <a:t>,,,</a:t>
            </a:r>
            <a:r>
              <a:rPr sz="4650" b="0" spc="-615" dirty="0">
                <a:solidFill>
                  <a:srgbClr val="AFB1B1"/>
                </a:solidFill>
                <a:latin typeface="Arial"/>
                <a:cs typeface="Arial"/>
              </a:rPr>
              <a:t> </a:t>
            </a:r>
            <a:r>
              <a:rPr sz="4650" b="0" spc="-285" dirty="0">
                <a:solidFill>
                  <a:srgbClr val="AFB1B1"/>
                </a:solidFill>
                <a:latin typeface="Arial"/>
                <a:cs typeface="Arial"/>
              </a:rPr>
              <a:t>,</a:t>
            </a:r>
            <a:r>
              <a:rPr sz="4650" b="0" dirty="0">
                <a:solidFill>
                  <a:srgbClr val="AFB1B1"/>
                </a:solidFill>
                <a:latin typeface="Arial"/>
                <a:cs typeface="Arial"/>
              </a:rPr>
              <a:t>	</a:t>
            </a:r>
            <a:r>
              <a:rPr lang="en-US" sz="4650" b="0" spc="-105" dirty="0">
                <a:solidFill>
                  <a:srgbClr val="282828"/>
                </a:solidFill>
              </a:rPr>
              <a:t>       </a:t>
            </a:r>
            <a:r>
              <a:rPr lang="en-US" sz="2400" spc="-355" dirty="0" err="1">
                <a:solidFill>
                  <a:srgbClr val="07080A"/>
                </a:solidFill>
              </a:rPr>
              <a:t>Le</a:t>
            </a:r>
            <a:r>
              <a:rPr sz="4650" b="0" spc="-1120" dirty="0" err="1">
                <a:solidFill>
                  <a:srgbClr val="4B5659"/>
                </a:solidFill>
                <a:latin typeface="Arial"/>
                <a:cs typeface="Arial"/>
              </a:rPr>
              <a:t>:</a:t>
            </a:r>
            <a:r>
              <a:rPr sz="2400" spc="-114" dirty="0" err="1">
                <a:solidFill>
                  <a:srgbClr val="07080A"/>
                </a:solidFill>
              </a:rPr>
              <a:t>adershi</a:t>
            </a:r>
            <a:r>
              <a:rPr sz="2400" spc="-110" dirty="0" err="1">
                <a:solidFill>
                  <a:srgbClr val="07080A"/>
                </a:solidFill>
              </a:rPr>
              <a:t>p</a:t>
            </a:r>
            <a:r>
              <a:rPr sz="2400" spc="-60" dirty="0">
                <a:solidFill>
                  <a:srgbClr val="07080A"/>
                </a:solidFill>
              </a:rPr>
              <a:t> </a:t>
            </a:r>
            <a:r>
              <a:rPr sz="900" spc="360" dirty="0">
                <a:solidFill>
                  <a:srgbClr val="60696B"/>
                </a:solidFill>
                <a:latin typeface="Times New Roman"/>
                <a:cs typeface="Times New Roman"/>
              </a:rPr>
              <a:t>XIX</a:t>
            </a:r>
            <a:r>
              <a:rPr sz="900" spc="360" dirty="0">
                <a:solidFill>
                  <a:srgbClr val="282828"/>
                </a:solidFill>
                <a:latin typeface="Times New Roman"/>
                <a:cs typeface="Times New Roman"/>
              </a:rPr>
              <a:t>:.,.,</a:t>
            </a:r>
            <a:r>
              <a:rPr sz="900" spc="360" dirty="0">
                <a:solidFill>
                  <a:srgbClr val="909595"/>
                </a:solidFill>
                <a:latin typeface="Times New Roman"/>
                <a:cs typeface="Times New Roman"/>
              </a:rPr>
              <a:t>/</a:t>
            </a:r>
            <a:r>
              <a:rPr sz="900" spc="360" dirty="0">
                <a:solidFill>
                  <a:srgbClr val="07080A"/>
                </a:solidFill>
                <a:latin typeface="Times New Roman"/>
                <a:cs typeface="Times New Roman"/>
              </a:rPr>
              <a:t>_,.,</a:t>
            </a:r>
            <a:r>
              <a:rPr sz="900" spc="360" dirty="0">
                <a:solidFill>
                  <a:srgbClr val="909595"/>
                </a:solidFill>
                <a:latin typeface="Times New Roman"/>
                <a:cs typeface="Times New Roman"/>
              </a:rPr>
              <a:t>/</a:t>
            </a:r>
            <a:r>
              <a:rPr sz="900" spc="360" dirty="0">
                <a:solidFill>
                  <a:srgbClr val="282828"/>
                </a:solidFill>
                <a:latin typeface="Times New Roman"/>
                <a:cs typeface="Times New Roman"/>
              </a:rPr>
              <a:t>.,.,</a:t>
            </a:r>
            <a:r>
              <a:rPr sz="900" spc="360" dirty="0">
                <a:solidFill>
                  <a:srgbClr val="AFB1B1"/>
                </a:solidFill>
                <a:latin typeface="Times New Roman"/>
                <a:cs typeface="Times New Roman"/>
              </a:rPr>
              <a:t>//</a:t>
            </a:r>
            <a:r>
              <a:rPr sz="900" spc="360" dirty="0">
                <a:solidFill>
                  <a:srgbClr val="07080A"/>
                </a:solidFill>
                <a:latin typeface="Times New Roman"/>
                <a:cs typeface="Times New Roman"/>
              </a:rPr>
              <a:t>,.,.,..,..</a:t>
            </a:r>
            <a:r>
              <a:rPr sz="900" spc="360" dirty="0">
                <a:solidFill>
                  <a:srgbClr val="AFB1B1"/>
                </a:solidFill>
                <a:latin typeface="Times New Roman"/>
                <a:cs typeface="Times New Roman"/>
              </a:rPr>
              <a:t>//</a:t>
            </a:r>
            <a:r>
              <a:rPr sz="900" spc="360" dirty="0">
                <a:solidFill>
                  <a:srgbClr val="07080A"/>
                </a:solidFill>
                <a:latin typeface="Times New Roman"/>
                <a:cs typeface="Times New Roman"/>
              </a:rPr>
              <a:t>,...</a:t>
            </a:r>
            <a:r>
              <a:rPr sz="900" spc="360" dirty="0">
                <a:solidFill>
                  <a:srgbClr val="909595"/>
                </a:solidFill>
                <a:latin typeface="Times New Roman"/>
                <a:cs typeface="Times New Roman"/>
              </a:rPr>
              <a:t>/</a:t>
            </a:r>
            <a:r>
              <a:rPr sz="900" spc="360" dirty="0">
                <a:solidFill>
                  <a:srgbClr val="07080A"/>
                </a:solidFill>
                <a:latin typeface="Times New Roman"/>
                <a:cs typeface="Times New Roman"/>
              </a:rPr>
              <a:t>,..-</a:t>
            </a:r>
            <a:r>
              <a:rPr sz="900" spc="415" dirty="0">
                <a:solidFill>
                  <a:srgbClr val="07080A"/>
                </a:solidFill>
                <a:latin typeface="Times New Roman"/>
                <a:cs typeface="Times New Roman"/>
              </a:rPr>
              <a:t>---</a:t>
            </a:r>
            <a:r>
              <a:rPr sz="900" spc="310" dirty="0">
                <a:solidFill>
                  <a:srgbClr val="07080A"/>
                </a:solidFill>
                <a:latin typeface="Times New Roman"/>
                <a:cs typeface="Times New Roman"/>
              </a:rPr>
              <a:t>-                                                                                                                     </a:t>
            </a:r>
            <a:r>
              <a:rPr sz="900" spc="415" dirty="0">
                <a:solidFill>
                  <a:srgbClr val="07080A"/>
                </a:solidFill>
                <a:latin typeface="Times New Roman"/>
                <a:cs typeface="Times New Roman"/>
              </a:rPr>
              <a:t>-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687183" y="1838655"/>
            <a:ext cx="1251585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b="1" spc="100">
                <a:solidFill>
                  <a:srgbClr val="07080A"/>
                </a:solidFill>
                <a:latin typeface="Times New Roman"/>
                <a:cs typeface="Times New Roman"/>
              </a:rPr>
              <a:t>.......</a:t>
            </a:r>
            <a:r>
              <a:rPr sz="900" b="1" spc="100">
                <a:solidFill>
                  <a:srgbClr val="282828"/>
                </a:solidFill>
                <a:latin typeface="Times New Roman"/>
                <a:cs typeface="Times New Roman"/>
              </a:rPr>
              <a:t>...</a:t>
            </a:r>
            <a:r>
              <a:rPr sz="900" b="1" spc="100">
                <a:solidFill>
                  <a:srgbClr val="AFB1B1"/>
                </a:solidFill>
                <a:latin typeface="Times New Roman"/>
                <a:cs typeface="Times New Roman"/>
              </a:rPr>
              <a:t>,</a:t>
            </a:r>
            <a:r>
              <a:rPr sz="900" b="1" spc="100">
                <a:solidFill>
                  <a:srgbClr val="282828"/>
                </a:solidFill>
                <a:latin typeface="Times New Roman"/>
                <a:cs typeface="Times New Roman"/>
              </a:rPr>
              <a:t>.</a:t>
            </a:r>
            <a:r>
              <a:rPr sz="900" b="1" spc="36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900" b="1" spc="130">
                <a:solidFill>
                  <a:srgbClr val="07080A"/>
                </a:solidFill>
                <a:latin typeface="Times New Roman"/>
                <a:cs typeface="Times New Roman"/>
              </a:rPr>
              <a:t>.....</a:t>
            </a:r>
            <a:r>
              <a:rPr sz="900" b="1" spc="130">
                <a:solidFill>
                  <a:srgbClr val="747B7C"/>
                </a:solidFill>
                <a:latin typeface="Times New Roman"/>
                <a:cs typeface="Times New Roman"/>
              </a:rPr>
              <a:t>,</a:t>
            </a:r>
            <a:r>
              <a:rPr sz="900" b="1" spc="130">
                <a:solidFill>
                  <a:srgbClr val="07080A"/>
                </a:solidFill>
                <a:latin typeface="Times New Roman"/>
                <a:cs typeface="Times New Roman"/>
              </a:rPr>
              <a:t>...</a:t>
            </a:r>
            <a:r>
              <a:rPr sz="900" b="1" spc="130">
                <a:solidFill>
                  <a:srgbClr val="282828"/>
                </a:solidFill>
                <a:latin typeface="Times New Roman"/>
                <a:cs typeface="Times New Roman"/>
              </a:rPr>
              <a:t>.....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970452" y="2106744"/>
            <a:ext cx="193040" cy="4089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565">
                <a:solidFill>
                  <a:srgbClr val="4B5659"/>
                </a:solidFill>
                <a:latin typeface="Arial"/>
                <a:cs typeface="Arial"/>
              </a:rPr>
              <a:t>.</a:t>
            </a:r>
            <a:endParaRPr sz="25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40380" y="2362068"/>
            <a:ext cx="12700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315">
                <a:solidFill>
                  <a:srgbClr val="747B7C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042276" y="2828032"/>
            <a:ext cx="3924300" cy="13804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14"/>
              </a:spcBef>
            </a:pPr>
            <a:r>
              <a:rPr sz="3350" spc="-1010">
                <a:solidFill>
                  <a:srgbClr val="AFB1B1"/>
                </a:solidFill>
                <a:latin typeface="Arial"/>
                <a:cs typeface="Arial"/>
              </a:rPr>
              <a:t>_</a:t>
            </a:r>
            <a:r>
              <a:rPr sz="3350" spc="35">
                <a:solidFill>
                  <a:srgbClr val="AFB1B1"/>
                </a:solidFill>
                <a:latin typeface="Arial"/>
                <a:cs typeface="Arial"/>
              </a:rPr>
              <a:t> </a:t>
            </a:r>
            <a:r>
              <a:rPr sz="3350" b="1" spc="65">
                <a:solidFill>
                  <a:srgbClr val="07080A"/>
                </a:solidFill>
                <a:latin typeface="Arial"/>
                <a:cs typeface="Arial"/>
              </a:rPr>
              <a:t>Matt</a:t>
            </a:r>
            <a:r>
              <a:rPr sz="3350" b="1" spc="-85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3350" b="1" spc="-10">
                <a:solidFill>
                  <a:srgbClr val="07080A"/>
                </a:solidFill>
                <a:latin typeface="Arial"/>
                <a:cs typeface="Arial"/>
              </a:rPr>
              <a:t>Mackenny</a:t>
            </a:r>
            <a:endParaRPr sz="3350">
              <a:latin typeface="Arial"/>
              <a:cs typeface="Arial"/>
            </a:endParaRPr>
          </a:p>
          <a:p>
            <a:pPr marL="255904">
              <a:lnSpc>
                <a:spcPct val="100000"/>
              </a:lnSpc>
              <a:spcBef>
                <a:spcPts val="145"/>
              </a:spcBef>
            </a:pPr>
            <a:r>
              <a:rPr sz="2200" spc="-90">
                <a:solidFill>
                  <a:srgbClr val="4B5659"/>
                </a:solidFill>
                <a:latin typeface="Arial"/>
                <a:cs typeface="Arial"/>
              </a:rPr>
              <a:t>Team</a:t>
            </a:r>
            <a:r>
              <a:rPr sz="2200" spc="-110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 spc="55">
                <a:solidFill>
                  <a:srgbClr val="3B4446"/>
                </a:solidFill>
                <a:latin typeface="Arial"/>
                <a:cs typeface="Arial"/>
              </a:rPr>
              <a:t>Leader/</a:t>
            </a:r>
            <a:r>
              <a:rPr sz="2200" spc="-20">
                <a:solidFill>
                  <a:srgbClr val="3B4446"/>
                </a:solidFill>
                <a:latin typeface="Arial"/>
                <a:cs typeface="Arial"/>
              </a:rPr>
              <a:t> </a:t>
            </a:r>
            <a:r>
              <a:rPr sz="2200" spc="-40">
                <a:solidFill>
                  <a:srgbClr val="4B5659"/>
                </a:solidFill>
                <a:latin typeface="Arial"/>
                <a:cs typeface="Arial"/>
              </a:rPr>
              <a:t>Planning</a:t>
            </a:r>
            <a:r>
              <a:rPr sz="2200" spc="-5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 spc="55">
                <a:solidFill>
                  <a:srgbClr val="4B5659"/>
                </a:solidFill>
                <a:latin typeface="Arial"/>
                <a:cs typeface="Arial"/>
              </a:rPr>
              <a:t>&amp;</a:t>
            </a:r>
            <a:r>
              <a:rPr sz="2200" spc="-21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 spc="-25">
                <a:solidFill>
                  <a:srgbClr val="4B5659"/>
                </a:solidFill>
                <a:latin typeface="Arial"/>
                <a:cs typeface="Arial"/>
              </a:rPr>
              <a:t>Dev</a:t>
            </a:r>
            <a:endParaRPr sz="2200">
              <a:latin typeface="Arial"/>
              <a:cs typeface="Arial"/>
            </a:endParaRPr>
          </a:p>
          <a:p>
            <a:pPr marL="50800" indent="-50800">
              <a:lnSpc>
                <a:spcPct val="100000"/>
              </a:lnSpc>
              <a:spcBef>
                <a:spcPts val="1080"/>
              </a:spcBef>
              <a:buSzPct val="36956"/>
              <a:buFont typeface="Arial"/>
              <a:buChar char="•"/>
              <a:tabLst>
                <a:tab pos="50800" algn="l"/>
              </a:tabLst>
            </a:pPr>
            <a:r>
              <a:rPr sz="2300" spc="-40">
                <a:solidFill>
                  <a:srgbClr val="747B7C"/>
                </a:solidFill>
                <a:latin typeface="Times New Roman"/>
                <a:cs typeface="Times New Roman"/>
              </a:rPr>
              <a:t>.</a:t>
            </a:r>
            <a:r>
              <a:rPr sz="1850" spc="-40">
                <a:solidFill>
                  <a:srgbClr val="909595"/>
                </a:solidFill>
                <a:latin typeface="Times New Roman"/>
                <a:cs typeface="Times New Roman"/>
              </a:rPr>
              <a:t>.</a:t>
            </a:r>
            <a:r>
              <a:rPr sz="1850" spc="-229">
                <a:solidFill>
                  <a:srgbClr val="909595"/>
                </a:solidFill>
                <a:latin typeface="Times New Roman"/>
                <a:cs typeface="Times New Roman"/>
              </a:rPr>
              <a:t> </a:t>
            </a:r>
            <a:r>
              <a:rPr sz="2250" spc="-215">
                <a:solidFill>
                  <a:srgbClr val="909595"/>
                </a:solidFill>
                <a:latin typeface="Arial"/>
                <a:cs typeface="Arial"/>
              </a:rPr>
              <a:t>-</a:t>
            </a:r>
            <a:r>
              <a:rPr sz="1850" spc="70">
                <a:solidFill>
                  <a:srgbClr val="909595"/>
                </a:solidFill>
                <a:latin typeface="Times New Roman"/>
                <a:cs typeface="Times New Roman"/>
              </a:rPr>
              <a:t>.......</a:t>
            </a:r>
            <a:r>
              <a:rPr sz="1850" spc="70">
                <a:solidFill>
                  <a:srgbClr val="AFB1B1"/>
                </a:solidFill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1073031" y="2840798"/>
            <a:ext cx="4399280" cy="1372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5270">
              <a:lnSpc>
                <a:spcPct val="100000"/>
              </a:lnSpc>
              <a:spcBef>
                <a:spcPts val="114"/>
              </a:spcBef>
            </a:pPr>
            <a:r>
              <a:rPr sz="3350" b="1" spc="-55">
                <a:solidFill>
                  <a:srgbClr val="07080A"/>
                </a:solidFill>
                <a:latin typeface="Arial"/>
                <a:cs typeface="Arial"/>
              </a:rPr>
              <a:t>Campbell</a:t>
            </a:r>
            <a:r>
              <a:rPr sz="3350" b="1" spc="-175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3350" b="1" spc="-10">
                <a:solidFill>
                  <a:srgbClr val="07080A"/>
                </a:solidFill>
                <a:latin typeface="Arial"/>
                <a:cs typeface="Arial"/>
              </a:rPr>
              <a:t>Brothers</a:t>
            </a:r>
            <a:endParaRPr sz="335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45"/>
              </a:spcBef>
            </a:pPr>
            <a:r>
              <a:rPr sz="2200">
                <a:solidFill>
                  <a:srgbClr val="4B5659"/>
                </a:solidFill>
                <a:latin typeface="Arial"/>
                <a:cs typeface="Arial"/>
              </a:rPr>
              <a:t>Product</a:t>
            </a:r>
            <a:r>
              <a:rPr sz="2200" spc="16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>
                <a:solidFill>
                  <a:srgbClr val="4B5659"/>
                </a:solidFill>
                <a:latin typeface="Arial"/>
                <a:cs typeface="Arial"/>
              </a:rPr>
              <a:t>Manager/</a:t>
            </a:r>
            <a:r>
              <a:rPr sz="2200" spc="9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 spc="-10">
                <a:solidFill>
                  <a:srgbClr val="4B5659"/>
                </a:solidFill>
                <a:latin typeface="Arial"/>
                <a:cs typeface="Arial"/>
              </a:rPr>
              <a:t>Dev</a:t>
            </a:r>
            <a:r>
              <a:rPr sz="2200" spc="-2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200" spc="-10">
                <a:solidFill>
                  <a:srgbClr val="4B5659"/>
                </a:solidFill>
                <a:latin typeface="Arial"/>
                <a:cs typeface="Arial"/>
              </a:rPr>
              <a:t>Alignment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800" spc="-175">
                <a:solidFill>
                  <a:srgbClr val="909595"/>
                </a:solidFill>
                <a:latin typeface="Arial"/>
                <a:cs typeface="Arial"/>
              </a:rPr>
              <a:t>..</a:t>
            </a:r>
            <a:r>
              <a:rPr sz="2300" spc="-175">
                <a:solidFill>
                  <a:srgbClr val="909595"/>
                </a:solidFill>
                <a:latin typeface="Times New Roman"/>
                <a:cs typeface="Times New Roman"/>
              </a:rPr>
              <a:t>......-</a:t>
            </a:r>
            <a:r>
              <a:rPr sz="2500" spc="-20">
                <a:solidFill>
                  <a:srgbClr val="909595"/>
                </a:solidFill>
                <a:latin typeface="Arial"/>
                <a:cs typeface="Arial"/>
              </a:rPr>
              <a:t>....</a:t>
            </a:r>
            <a:endParaRPr sz="25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20404" y="5579136"/>
            <a:ext cx="9779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50">
                <a:solidFill>
                  <a:srgbClr val="747B7C"/>
                </a:solidFill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477385" y="5853607"/>
            <a:ext cx="622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>
                <a:solidFill>
                  <a:srgbClr val="909595"/>
                </a:solidFill>
                <a:latin typeface="Times New Roman"/>
                <a:cs typeface="Times New Roman"/>
              </a:rPr>
              <a:t>/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705287" y="5157785"/>
            <a:ext cx="1049655" cy="0"/>
          </a:xfrm>
          <a:custGeom>
            <a:avLst/>
            <a:gdLst/>
            <a:ahLst/>
            <a:cxnLst/>
            <a:rect l="l" t="t" r="r" b="b"/>
            <a:pathLst>
              <a:path w="1049654">
                <a:moveTo>
                  <a:pt x="0" y="0"/>
                </a:moveTo>
                <a:lnTo>
                  <a:pt x="1049406" y="0"/>
                </a:lnTo>
              </a:path>
            </a:pathLst>
          </a:custGeom>
          <a:ln w="12766">
            <a:solidFill>
              <a:srgbClr val="60696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849100" y="5157785"/>
            <a:ext cx="2889885" cy="0"/>
          </a:xfrm>
          <a:custGeom>
            <a:avLst/>
            <a:gdLst/>
            <a:ahLst/>
            <a:cxnLst/>
            <a:rect l="l" t="t" r="r" b="b"/>
            <a:pathLst>
              <a:path w="2889884">
                <a:moveTo>
                  <a:pt x="0" y="0"/>
                </a:moveTo>
                <a:lnTo>
                  <a:pt x="2889605" y="0"/>
                </a:lnTo>
              </a:path>
            </a:pathLst>
          </a:custGeom>
          <a:ln w="12766">
            <a:solidFill>
              <a:srgbClr val="28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497490" y="4583379"/>
            <a:ext cx="4144010" cy="6305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50" spc="280" dirty="0">
                <a:solidFill>
                  <a:srgbClr val="60696B"/>
                </a:solidFill>
                <a:latin typeface="Arial"/>
                <a:cs typeface="Arial"/>
              </a:rPr>
              <a:t> </a:t>
            </a:r>
            <a:r>
              <a:rPr sz="2400" b="1" spc="200" dirty="0">
                <a:solidFill>
                  <a:srgbClr val="07080A"/>
                </a:solidFill>
                <a:latin typeface="Arial"/>
                <a:cs typeface="Arial"/>
              </a:rPr>
              <a:t>Engineering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0945599" y="5208989"/>
            <a:ext cx="4324350" cy="0"/>
          </a:xfrm>
          <a:custGeom>
            <a:avLst/>
            <a:gdLst/>
            <a:ahLst/>
            <a:cxnLst/>
            <a:rect l="l" t="t" r="r" b="b"/>
            <a:pathLst>
              <a:path w="4324350">
                <a:moveTo>
                  <a:pt x="0" y="0"/>
                </a:moveTo>
                <a:lnTo>
                  <a:pt x="4323819" y="0"/>
                </a:lnTo>
              </a:path>
            </a:pathLst>
          </a:custGeom>
          <a:ln w="19258">
            <a:solidFill>
              <a:srgbClr val="737A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5301658" y="4838700"/>
            <a:ext cx="56642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2865">
                <a:solidFill>
                  <a:srgbClr val="909595"/>
                </a:solidFill>
                <a:latin typeface="Arial"/>
                <a:cs typeface="Arial"/>
              </a:rPr>
              <a:t>_</a:t>
            </a:r>
            <a:endParaRPr sz="2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684164" y="6038717"/>
            <a:ext cx="2146300" cy="982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spc="50">
                <a:solidFill>
                  <a:srgbClr val="07080A"/>
                </a:solidFill>
                <a:latin typeface="Arial"/>
                <a:cs typeface="Arial"/>
              </a:rPr>
              <a:t>Henry</a:t>
            </a:r>
            <a:r>
              <a:rPr sz="2400" b="1" spc="-140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2400" b="1" spc="-10">
                <a:solidFill>
                  <a:srgbClr val="07080A"/>
                </a:solidFill>
                <a:latin typeface="Arial"/>
                <a:cs typeface="Arial"/>
              </a:rPr>
              <a:t>Rondon</a:t>
            </a:r>
            <a:endParaRPr sz="2400">
              <a:latin typeface="Arial"/>
              <a:cs typeface="Arial"/>
            </a:endParaRPr>
          </a:p>
          <a:p>
            <a:pPr marL="19050" marR="657860" indent="-4445">
              <a:lnSpc>
                <a:spcPts val="2210"/>
              </a:lnSpc>
              <a:spcBef>
                <a:spcPts val="265"/>
              </a:spcBef>
            </a:pPr>
            <a:r>
              <a:rPr sz="2000" spc="-45">
                <a:solidFill>
                  <a:srgbClr val="4B5659"/>
                </a:solidFill>
                <a:latin typeface="Arial"/>
                <a:cs typeface="Arial"/>
              </a:rPr>
              <a:t>Dev</a:t>
            </a:r>
            <a:r>
              <a:rPr sz="2000" spc="-85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000" spc="-60">
                <a:solidFill>
                  <a:srgbClr val="4B5659"/>
                </a:solidFill>
                <a:latin typeface="Arial"/>
                <a:cs typeface="Arial"/>
              </a:rPr>
              <a:t>Engineer </a:t>
            </a:r>
            <a:r>
              <a:rPr sz="2000" spc="-55">
                <a:solidFill>
                  <a:srgbClr val="282828"/>
                </a:solidFill>
                <a:latin typeface="Arial"/>
                <a:cs typeface="Arial"/>
              </a:rPr>
              <a:t>(UI</a:t>
            </a:r>
            <a:r>
              <a:rPr sz="2000" spc="-204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000" spc="-10">
                <a:solidFill>
                  <a:srgbClr val="282828"/>
                </a:solidFill>
                <a:latin typeface="Arial"/>
                <a:cs typeface="Arial"/>
              </a:rPr>
              <a:t>Focus)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292636" y="6523763"/>
            <a:ext cx="26034" cy="0"/>
          </a:xfrm>
          <a:custGeom>
            <a:avLst/>
            <a:gdLst/>
            <a:ahLst/>
            <a:cxnLst/>
            <a:rect l="l" t="t" r="r" b="b"/>
            <a:pathLst>
              <a:path w="26035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747B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6279936" y="6242976"/>
            <a:ext cx="432434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4475" algn="l"/>
              </a:tabLst>
            </a:pPr>
            <a:r>
              <a:rPr sz="2100" spc="-50">
                <a:solidFill>
                  <a:srgbClr val="747B7C"/>
                </a:solidFill>
                <a:latin typeface="Arial"/>
                <a:cs typeface="Arial"/>
              </a:rPr>
              <a:t>I</a:t>
            </a:r>
            <a:r>
              <a:rPr sz="2100">
                <a:solidFill>
                  <a:srgbClr val="747B7C"/>
                </a:solidFill>
                <a:latin typeface="Arial"/>
                <a:cs typeface="Arial"/>
              </a:rPr>
              <a:t>	</a:t>
            </a:r>
            <a:r>
              <a:rPr sz="1650" spc="-315">
                <a:solidFill>
                  <a:srgbClr val="747B7C"/>
                </a:solidFill>
                <a:latin typeface="Arial"/>
                <a:cs typeface="Arial"/>
              </a:rPr>
              <a:t>►</a:t>
            </a:r>
            <a:endParaRPr sz="16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374866" y="6064250"/>
            <a:ext cx="3180080" cy="5835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2760"/>
              </a:lnSpc>
              <a:spcBef>
                <a:spcPts val="115"/>
              </a:spcBef>
            </a:pPr>
            <a:r>
              <a:rPr sz="2800" b="1" spc="-95">
                <a:solidFill>
                  <a:srgbClr val="07080A"/>
                </a:solidFill>
                <a:latin typeface="Arial"/>
                <a:cs typeface="Arial"/>
              </a:rPr>
              <a:t>Jenish</a:t>
            </a:r>
            <a:r>
              <a:rPr sz="2800" b="1" spc="-80">
                <a:solidFill>
                  <a:srgbClr val="07080A"/>
                </a:solidFill>
                <a:latin typeface="Arial"/>
                <a:cs typeface="Arial"/>
              </a:rPr>
              <a:t> </a:t>
            </a:r>
            <a:r>
              <a:rPr sz="2800" b="1" spc="-10">
                <a:solidFill>
                  <a:srgbClr val="07080A"/>
                </a:solidFill>
                <a:latin typeface="Arial"/>
                <a:cs typeface="Arial"/>
              </a:rPr>
              <a:t>Chand</a:t>
            </a:r>
            <a:endParaRPr sz="2800">
              <a:latin typeface="Arial"/>
              <a:cs typeface="Arial"/>
            </a:endParaRPr>
          </a:p>
          <a:p>
            <a:pPr marR="5080" algn="r">
              <a:lnSpc>
                <a:spcPts val="1620"/>
              </a:lnSpc>
            </a:pPr>
            <a:r>
              <a:rPr sz="1850" spc="459">
                <a:solidFill>
                  <a:srgbClr val="909595"/>
                </a:solidFill>
                <a:latin typeface="Times New Roman"/>
                <a:cs typeface="Times New Roman"/>
              </a:rPr>
              <a:t>--</a:t>
            </a:r>
            <a:r>
              <a:rPr sz="1850" spc="630">
                <a:solidFill>
                  <a:srgbClr val="909595"/>
                </a:solidFill>
                <a:latin typeface="Times New Roman"/>
                <a:cs typeface="Times New Roman"/>
              </a:rPr>
              <a:t>+</a:t>
            </a:r>
            <a:r>
              <a:rPr sz="1850" spc="630">
                <a:solidFill>
                  <a:srgbClr val="747B7C"/>
                </a:solidFill>
                <a:latin typeface="Times New Roman"/>
                <a:cs typeface="Times New Roman"/>
              </a:rPr>
              <a:t>-</a:t>
            </a:r>
            <a:r>
              <a:rPr sz="1850" spc="735">
                <a:solidFill>
                  <a:srgbClr val="747B7C"/>
                </a:solidFill>
                <a:latin typeface="Times New Roman"/>
                <a:cs typeface="Times New Roman"/>
              </a:rPr>
              <a:t>+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374050" y="6485532"/>
            <a:ext cx="155448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>
                <a:solidFill>
                  <a:srgbClr val="4B5659"/>
                </a:solidFill>
                <a:latin typeface="Arial"/>
                <a:cs typeface="Arial"/>
              </a:rPr>
              <a:t>Dev</a:t>
            </a:r>
            <a:r>
              <a:rPr sz="2000" spc="-120">
                <a:solidFill>
                  <a:srgbClr val="4B5659"/>
                </a:solidFill>
                <a:latin typeface="Arial"/>
                <a:cs typeface="Arial"/>
              </a:rPr>
              <a:t> </a:t>
            </a:r>
            <a:r>
              <a:rPr sz="2000" spc="-10">
                <a:solidFill>
                  <a:srgbClr val="4B5659"/>
                </a:solidFill>
                <a:latin typeface="Arial"/>
                <a:cs typeface="Arial"/>
              </a:rPr>
              <a:t>Engineer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834156" y="7130223"/>
            <a:ext cx="95250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u="heavy" spc="-170">
                <a:solidFill>
                  <a:srgbClr val="60696B"/>
                </a:solidFill>
                <a:uFill>
                  <a:solidFill>
                    <a:srgbClr val="60696B"/>
                  </a:solidFill>
                </a:uFill>
                <a:latin typeface="Arial"/>
                <a:cs typeface="Arial"/>
              </a:rPr>
              <a:t>j</a:t>
            </a:r>
            <a:endParaRPr sz="34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103833" y="5368494"/>
            <a:ext cx="572770" cy="1120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150" spc="265">
                <a:solidFill>
                  <a:srgbClr val="747B7C"/>
                </a:solidFill>
                <a:latin typeface="Arial"/>
                <a:cs typeface="Arial"/>
              </a:rPr>
              <a:t>L</a:t>
            </a:r>
            <a:endParaRPr sz="71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3274459" y="6013185"/>
            <a:ext cx="2433320" cy="9702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>
                <a:solidFill>
                  <a:srgbClr val="07080A"/>
                </a:solidFill>
                <a:latin typeface="Arial"/>
                <a:cs typeface="Arial"/>
              </a:rPr>
              <a:t>Kamran</a:t>
            </a:r>
            <a:r>
              <a:rPr sz="2400" b="1" spc="-20">
                <a:solidFill>
                  <a:srgbClr val="07080A"/>
                </a:solidFill>
                <a:latin typeface="Arial"/>
                <a:cs typeface="Arial"/>
              </a:rPr>
              <a:t> Hall</a:t>
            </a:r>
            <a:endParaRPr sz="2400">
              <a:latin typeface="Arial"/>
              <a:cs typeface="Arial"/>
            </a:endParaRPr>
          </a:p>
          <a:p>
            <a:pPr marL="19685" marR="5080" indent="-4445">
              <a:lnSpc>
                <a:spcPts val="2110"/>
              </a:lnSpc>
              <a:spcBef>
                <a:spcPts val="345"/>
              </a:spcBef>
            </a:pPr>
            <a:r>
              <a:rPr sz="2000" spc="-45">
                <a:solidFill>
                  <a:srgbClr val="3B4446"/>
                </a:solidFill>
                <a:latin typeface="Arial"/>
                <a:cs typeface="Arial"/>
              </a:rPr>
              <a:t>Dev</a:t>
            </a:r>
            <a:r>
              <a:rPr sz="2000" spc="-85">
                <a:solidFill>
                  <a:srgbClr val="3B4446"/>
                </a:solidFill>
                <a:latin typeface="Arial"/>
                <a:cs typeface="Arial"/>
              </a:rPr>
              <a:t> </a:t>
            </a:r>
            <a:r>
              <a:rPr sz="2000" spc="-10">
                <a:solidFill>
                  <a:srgbClr val="4B5659"/>
                </a:solidFill>
                <a:latin typeface="Arial"/>
                <a:cs typeface="Arial"/>
              </a:rPr>
              <a:t>Engineer </a:t>
            </a:r>
            <a:r>
              <a:rPr sz="2000" spc="-70">
                <a:solidFill>
                  <a:srgbClr val="282828"/>
                </a:solidFill>
                <a:latin typeface="Arial"/>
                <a:cs typeface="Arial"/>
              </a:rPr>
              <a:t>(Database</a:t>
            </a:r>
            <a:r>
              <a:rPr sz="20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000" spc="-35">
                <a:solidFill>
                  <a:srgbClr val="282828"/>
                </a:solidFill>
                <a:latin typeface="Arial"/>
                <a:cs typeface="Arial"/>
              </a:rPr>
              <a:t>Integration)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0380433" y="7347248"/>
            <a:ext cx="61594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50">
                <a:solidFill>
                  <a:srgbClr val="AFB1B1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609852" y="7660018"/>
            <a:ext cx="4287520" cy="949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115">
              <a:lnSpc>
                <a:spcPts val="2465"/>
              </a:lnSpc>
              <a:spcBef>
                <a:spcPts val="110"/>
              </a:spcBef>
            </a:pPr>
            <a:r>
              <a:rPr sz="2100" b="1" spc="-10" dirty="0">
                <a:solidFill>
                  <a:srgbClr val="07080A"/>
                </a:solidFill>
                <a:latin typeface="Arial"/>
                <a:cs typeface="Arial"/>
              </a:rPr>
              <a:t>Advi</a:t>
            </a:r>
            <a:r>
              <a:rPr sz="2100" b="1" spc="-10" dirty="0">
                <a:solidFill>
                  <a:srgbClr val="282828"/>
                </a:solidFill>
                <a:latin typeface="Arial"/>
                <a:cs typeface="Arial"/>
              </a:rPr>
              <a:t>s</a:t>
            </a:r>
            <a:r>
              <a:rPr sz="2100" b="1" spc="-10" dirty="0">
                <a:solidFill>
                  <a:srgbClr val="07080A"/>
                </a:solidFill>
                <a:latin typeface="Arial"/>
                <a:cs typeface="Arial"/>
              </a:rPr>
              <a:t>ors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ts val="2310"/>
              </a:lnSpc>
            </a:pPr>
            <a:r>
              <a:rPr sz="2100" b="1" spc="-20" dirty="0">
                <a:solidFill>
                  <a:srgbClr val="07080A"/>
                </a:solidFill>
                <a:latin typeface="Arial"/>
                <a:cs typeface="Arial"/>
              </a:rPr>
              <a:t>Mentor</a:t>
            </a:r>
            <a:r>
              <a:rPr sz="2100" b="1" spc="-20" dirty="0">
                <a:solidFill>
                  <a:srgbClr val="282828"/>
                </a:solidFill>
                <a:latin typeface="Arial"/>
                <a:cs typeface="Arial"/>
              </a:rPr>
              <a:t>:</a:t>
            </a:r>
            <a:r>
              <a:rPr sz="2100" b="1" spc="-32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100" spc="-55" dirty="0" err="1">
                <a:solidFill>
                  <a:srgbClr val="282828"/>
                </a:solidFill>
                <a:latin typeface="Arial"/>
                <a:cs typeface="Arial"/>
              </a:rPr>
              <a:t>Koteswara</a:t>
            </a:r>
            <a:r>
              <a:rPr sz="2100" spc="-1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100" spc="-110" dirty="0">
                <a:solidFill>
                  <a:srgbClr val="282828"/>
                </a:solidFill>
                <a:latin typeface="Arial"/>
                <a:cs typeface="Arial"/>
              </a:rPr>
              <a:t>Rao</a:t>
            </a:r>
            <a:r>
              <a:rPr sz="2100" spc="-6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100" spc="-45" dirty="0" err="1">
                <a:solidFill>
                  <a:srgbClr val="282828"/>
                </a:solidFill>
                <a:latin typeface="Arial"/>
                <a:cs typeface="Arial"/>
              </a:rPr>
              <a:t>Chirumamilla</a:t>
            </a:r>
            <a:endParaRPr sz="2100" dirty="0">
              <a:latin typeface="Arial"/>
              <a:cs typeface="Arial"/>
            </a:endParaRPr>
          </a:p>
          <a:p>
            <a:pPr marL="13335">
              <a:lnSpc>
                <a:spcPts val="2485"/>
              </a:lnSpc>
            </a:pPr>
            <a:r>
              <a:rPr sz="2100" b="1" spc="-40" dirty="0">
                <a:solidFill>
                  <a:srgbClr val="07080A"/>
                </a:solidFill>
                <a:latin typeface="Arial"/>
                <a:cs typeface="Arial"/>
              </a:rPr>
              <a:t>In</a:t>
            </a:r>
            <a:r>
              <a:rPr sz="2100" b="1" spc="-40" dirty="0">
                <a:solidFill>
                  <a:srgbClr val="282828"/>
                </a:solidFill>
                <a:latin typeface="Arial"/>
                <a:cs typeface="Arial"/>
              </a:rPr>
              <a:t>s</a:t>
            </a:r>
            <a:r>
              <a:rPr sz="2100" b="1" spc="-40" dirty="0">
                <a:solidFill>
                  <a:srgbClr val="07080A"/>
                </a:solidFill>
                <a:latin typeface="Arial"/>
                <a:cs typeface="Arial"/>
              </a:rPr>
              <a:t>tructor</a:t>
            </a:r>
            <a:r>
              <a:rPr sz="2100" b="1" spc="-40" dirty="0">
                <a:solidFill>
                  <a:srgbClr val="282828"/>
                </a:solidFill>
                <a:latin typeface="Arial"/>
                <a:cs typeface="Arial"/>
              </a:rPr>
              <a:t>:</a:t>
            </a:r>
            <a:r>
              <a:rPr sz="2100" b="1" spc="-33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lang="en-US" sz="2200" spc="-60" dirty="0">
                <a:solidFill>
                  <a:srgbClr val="282828"/>
                </a:solidFill>
                <a:latin typeface="Arial"/>
                <a:cs typeface="Arial"/>
              </a:rPr>
              <a:t>Ying Xie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793" y="1327943"/>
            <a:ext cx="1986959" cy="22723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9491" y="1889654"/>
            <a:ext cx="738741" cy="1021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8982" y="1608799"/>
            <a:ext cx="1757695" cy="4595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97950" y="1710927"/>
            <a:ext cx="484002" cy="1276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24485" y="1889654"/>
            <a:ext cx="1120848" cy="1021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7793" y="7302500"/>
            <a:ext cx="1248217" cy="19659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47003" y="3906705"/>
            <a:ext cx="1120848" cy="6893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76267" y="5030125"/>
            <a:ext cx="636845" cy="74043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76267" y="6102482"/>
            <a:ext cx="662319" cy="84256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9043213" y="7251435"/>
            <a:ext cx="7769859" cy="2068195"/>
            <a:chOff x="9043213" y="7251435"/>
            <a:chExt cx="7769859" cy="2068195"/>
          </a:xfrm>
        </p:grpSpPr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43213" y="7302499"/>
              <a:ext cx="7769520" cy="20170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48898" y="7251435"/>
              <a:ext cx="891584" cy="868097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851253" y="1327943"/>
            <a:ext cx="1986959" cy="288514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49278" y="8681243"/>
            <a:ext cx="3362547" cy="25532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310384" y="8681243"/>
            <a:ext cx="3286125" cy="255322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1273691" y="3600316"/>
            <a:ext cx="0" cy="3702685"/>
          </a:xfrm>
          <a:custGeom>
            <a:avLst/>
            <a:gdLst/>
            <a:ahLst/>
            <a:cxnLst/>
            <a:rect l="l" t="t" r="r" b="b"/>
            <a:pathLst>
              <a:path h="3702684">
                <a:moveTo>
                  <a:pt x="0" y="37021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13798" y="3600316"/>
            <a:ext cx="0" cy="3702685"/>
          </a:xfrm>
          <a:custGeom>
            <a:avLst/>
            <a:gdLst/>
            <a:ahLst/>
            <a:cxnLst/>
            <a:rect l="l" t="t" r="r" b="b"/>
            <a:pathLst>
              <a:path h="3702684">
                <a:moveTo>
                  <a:pt x="0" y="370218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94010" y="2068379"/>
            <a:ext cx="0" cy="5234305"/>
          </a:xfrm>
          <a:custGeom>
            <a:avLst/>
            <a:gdLst/>
            <a:ahLst/>
            <a:cxnLst/>
            <a:rect l="l" t="t" r="r" b="b"/>
            <a:pathLst>
              <a:path h="5234305">
                <a:moveTo>
                  <a:pt x="0" y="5234118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50644" y="2221573"/>
            <a:ext cx="0" cy="6000115"/>
          </a:xfrm>
          <a:custGeom>
            <a:avLst/>
            <a:gdLst/>
            <a:ahLst/>
            <a:cxnLst/>
            <a:rect l="l" t="t" r="r" b="b"/>
            <a:pathLst>
              <a:path h="6000115">
                <a:moveTo>
                  <a:pt x="0" y="600008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858679" y="1634330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50263" y="3191800"/>
            <a:ext cx="0" cy="5081270"/>
          </a:xfrm>
          <a:custGeom>
            <a:avLst/>
            <a:gdLst/>
            <a:ahLst/>
            <a:cxnLst/>
            <a:rect l="l" t="t" r="r" b="b"/>
            <a:pathLst>
              <a:path h="5081270">
                <a:moveTo>
                  <a:pt x="0" y="508092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463530" y="5081189"/>
            <a:ext cx="0" cy="434340"/>
          </a:xfrm>
          <a:custGeom>
            <a:avLst/>
            <a:gdLst/>
            <a:ahLst/>
            <a:cxnLst/>
            <a:rect l="l" t="t" r="r" b="b"/>
            <a:pathLst>
              <a:path h="434339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125850" y="5081189"/>
            <a:ext cx="0" cy="459740"/>
          </a:xfrm>
          <a:custGeom>
            <a:avLst/>
            <a:gdLst/>
            <a:ahLst/>
            <a:cxnLst/>
            <a:rect l="l" t="t" r="r" b="b"/>
            <a:pathLst>
              <a:path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0406063" y="1634330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584380" y="1761992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819254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086729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226835" y="4213091"/>
            <a:ext cx="0" cy="3089910"/>
          </a:xfrm>
          <a:custGeom>
            <a:avLst/>
            <a:gdLst/>
            <a:ahLst/>
            <a:cxnLst/>
            <a:rect l="l" t="t" r="r" b="b"/>
            <a:pathLst>
              <a:path h="3089909">
                <a:moveTo>
                  <a:pt x="0" y="308940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16677" y="1915186"/>
            <a:ext cx="7235190" cy="0"/>
          </a:xfrm>
          <a:custGeom>
            <a:avLst/>
            <a:gdLst/>
            <a:ahLst/>
            <a:cxnLst/>
            <a:rect l="l" t="t" r="r" b="b"/>
            <a:pathLst>
              <a:path w="7235190">
                <a:moveTo>
                  <a:pt x="0" y="0"/>
                </a:moveTo>
                <a:lnTo>
                  <a:pt x="7234570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819861" y="2234339"/>
            <a:ext cx="3770629" cy="0"/>
          </a:xfrm>
          <a:custGeom>
            <a:avLst/>
            <a:gdLst/>
            <a:ahLst/>
            <a:cxnLst/>
            <a:rect l="l" t="t" r="r" b="b"/>
            <a:pathLst>
              <a:path w="3770630">
                <a:moveTo>
                  <a:pt x="0" y="0"/>
                </a:moveTo>
                <a:lnTo>
                  <a:pt x="377012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10537" y="2234339"/>
            <a:ext cx="3796029" cy="0"/>
          </a:xfrm>
          <a:custGeom>
            <a:avLst/>
            <a:gdLst/>
            <a:ahLst/>
            <a:cxnLst/>
            <a:rect l="l" t="t" r="r" b="b"/>
            <a:pathLst>
              <a:path w="3796029">
                <a:moveTo>
                  <a:pt x="0" y="0"/>
                </a:moveTo>
                <a:lnTo>
                  <a:pt x="379560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52462" y="2413065"/>
            <a:ext cx="3821429" cy="0"/>
          </a:xfrm>
          <a:custGeom>
            <a:avLst/>
            <a:gdLst/>
            <a:ahLst/>
            <a:cxnLst/>
            <a:rect l="l" t="t" r="r" b="b"/>
            <a:pathLst>
              <a:path w="3821429">
                <a:moveTo>
                  <a:pt x="0" y="0"/>
                </a:moveTo>
                <a:lnTo>
                  <a:pt x="3821075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52462" y="2668388"/>
            <a:ext cx="3745229" cy="0"/>
          </a:xfrm>
          <a:custGeom>
            <a:avLst/>
            <a:gdLst/>
            <a:ahLst/>
            <a:cxnLst/>
            <a:rect l="l" t="t" r="r" b="b"/>
            <a:pathLst>
              <a:path w="3745229">
                <a:moveTo>
                  <a:pt x="0" y="0"/>
                </a:moveTo>
                <a:lnTo>
                  <a:pt x="374465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36011" y="871953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596509" y="8783370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>
                <a:moveTo>
                  <a:pt x="0" y="0"/>
                </a:moveTo>
                <a:lnTo>
                  <a:pt x="1018953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36011" y="8859966"/>
            <a:ext cx="713740" cy="0"/>
          </a:xfrm>
          <a:custGeom>
            <a:avLst/>
            <a:gdLst/>
            <a:ahLst/>
            <a:cxnLst/>
            <a:rect l="l" t="t" r="r" b="b"/>
            <a:pathLst>
              <a:path w="713739">
                <a:moveTo>
                  <a:pt x="0" y="0"/>
                </a:moveTo>
                <a:lnTo>
                  <a:pt x="71326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835" rIns="0" bIns="0" rtlCol="0">
            <a:spAutoFit/>
          </a:bodyPr>
          <a:lstStyle/>
          <a:p>
            <a:pPr marL="4099560">
              <a:lnSpc>
                <a:spcPct val="100000"/>
              </a:lnSpc>
              <a:spcBef>
                <a:spcPts val="120"/>
              </a:spcBef>
            </a:pPr>
            <a:r>
              <a:rPr sz="4500" spc="95">
                <a:solidFill>
                  <a:srgbClr val="111313"/>
                </a:solidFill>
              </a:rPr>
              <a:t>Requirements</a:t>
            </a:r>
            <a:r>
              <a:rPr sz="4500" spc="125">
                <a:solidFill>
                  <a:srgbClr val="111313"/>
                </a:solidFill>
              </a:rPr>
              <a:t> </a:t>
            </a:r>
            <a:r>
              <a:rPr sz="4500" spc="110">
                <a:solidFill>
                  <a:srgbClr val="111313"/>
                </a:solidFill>
              </a:rPr>
              <a:t>Specification</a:t>
            </a:r>
            <a:endParaRPr sz="4500"/>
          </a:p>
        </p:txBody>
      </p:sp>
      <p:sp>
        <p:nvSpPr>
          <p:cNvPr id="39" name="object 39"/>
          <p:cNvSpPr txBox="1"/>
          <p:nvPr/>
        </p:nvSpPr>
        <p:spPr>
          <a:xfrm>
            <a:off x="1435829" y="5866374"/>
            <a:ext cx="61594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50">
                <a:solidFill>
                  <a:srgbClr val="939997"/>
                </a:solidFill>
                <a:latin typeface="Times New Roman"/>
                <a:cs typeface="Times New Roman"/>
              </a:rPr>
              <a:t>/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351611" y="4417349"/>
            <a:ext cx="726440" cy="0"/>
          </a:xfrm>
          <a:custGeom>
            <a:avLst/>
            <a:gdLst/>
            <a:ahLst/>
            <a:cxnLst/>
            <a:rect l="l" t="t" r="r" b="b"/>
            <a:pathLst>
              <a:path w="726439">
                <a:moveTo>
                  <a:pt x="0" y="0"/>
                </a:moveTo>
                <a:lnTo>
                  <a:pt x="726004" y="0"/>
                </a:lnTo>
              </a:path>
            </a:pathLst>
          </a:custGeom>
          <a:ln w="12766">
            <a:solidFill>
              <a:srgbClr val="5238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338910" y="3019524"/>
            <a:ext cx="5250180" cy="1585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4"/>
              </a:spcBef>
            </a:pPr>
            <a:r>
              <a:rPr sz="3250" b="1" spc="75" dirty="0">
                <a:solidFill>
                  <a:srgbClr val="704431"/>
                </a:solidFill>
                <a:latin typeface="Arial"/>
                <a:cs typeface="Arial"/>
              </a:rPr>
              <a:t>Functional</a:t>
            </a:r>
            <a:r>
              <a:rPr sz="3250" b="1" spc="-5" dirty="0">
                <a:solidFill>
                  <a:srgbClr val="704431"/>
                </a:solidFill>
                <a:latin typeface="Arial"/>
                <a:cs typeface="Arial"/>
              </a:rPr>
              <a:t> </a:t>
            </a:r>
            <a:r>
              <a:rPr sz="3250" b="1" spc="-10" dirty="0">
                <a:solidFill>
                  <a:srgbClr val="704431"/>
                </a:solidFill>
                <a:latin typeface="Arial"/>
                <a:cs typeface="Arial"/>
              </a:rPr>
              <a:t>Requirements</a:t>
            </a:r>
            <a:endParaRPr sz="32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6850" spc="130" dirty="0">
                <a:solidFill>
                  <a:srgbClr val="52382F"/>
                </a:solidFill>
                <a:latin typeface="Arial"/>
                <a:cs typeface="Arial"/>
              </a:rPr>
              <a:t>I�</a:t>
            </a:r>
            <a:r>
              <a:rPr sz="6850" spc="-1195" dirty="0">
                <a:solidFill>
                  <a:srgbClr val="52382F"/>
                </a:solidFill>
                <a:latin typeface="Arial"/>
                <a:cs typeface="Arial"/>
              </a:rPr>
              <a:t> </a:t>
            </a:r>
            <a:r>
              <a:rPr sz="3000" b="1" spc="-50" dirty="0">
                <a:solidFill>
                  <a:srgbClr val="030303"/>
                </a:solidFill>
                <a:latin typeface="Arial"/>
                <a:cs typeface="Arial"/>
              </a:rPr>
              <a:t>Intent</a:t>
            </a:r>
            <a:r>
              <a:rPr sz="3000" b="1" spc="-140" dirty="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b="1" spc="-45" dirty="0">
                <a:solidFill>
                  <a:srgbClr val="030303"/>
                </a:solidFill>
                <a:latin typeface="Arial"/>
                <a:cs typeface="Arial"/>
              </a:rPr>
              <a:t>Recognition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67468" y="4436567"/>
            <a:ext cx="498284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>
                <a:solidFill>
                  <a:srgbClr val="111313"/>
                </a:solidFill>
                <a:latin typeface="Arial"/>
                <a:cs typeface="Arial"/>
              </a:rPr>
              <a:t>(Parse</a:t>
            </a:r>
            <a:r>
              <a:rPr sz="2650" spc="14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>
                <a:solidFill>
                  <a:srgbClr val="111313"/>
                </a:solidFill>
                <a:latin typeface="Arial"/>
                <a:cs typeface="Arial"/>
              </a:rPr>
              <a:t>ambiguous</a:t>
            </a:r>
            <a:r>
              <a:rPr sz="2650" spc="21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 spc="70">
                <a:solidFill>
                  <a:srgbClr val="111313"/>
                </a:solidFill>
                <a:latin typeface="Arial"/>
                <a:cs typeface="Arial"/>
              </a:rPr>
              <a:t>time</a:t>
            </a:r>
            <a:r>
              <a:rPr sz="2650" spc="70">
                <a:solidFill>
                  <a:srgbClr val="2A2D2F"/>
                </a:solidFill>
                <a:latin typeface="Arial"/>
                <a:cs typeface="Arial"/>
              </a:rPr>
              <a:t>/</a:t>
            </a:r>
            <a:r>
              <a:rPr sz="2650" spc="70">
                <a:solidFill>
                  <a:srgbClr val="111313"/>
                </a:solidFill>
                <a:latin typeface="Arial"/>
                <a:cs typeface="Arial"/>
              </a:rPr>
              <a:t>metrics)</a:t>
            </a:r>
            <a:endParaRPr sz="265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351611" y="5745028"/>
            <a:ext cx="726440" cy="0"/>
          </a:xfrm>
          <a:custGeom>
            <a:avLst/>
            <a:gdLst/>
            <a:ahLst/>
            <a:cxnLst/>
            <a:rect l="l" t="t" r="r" b="b"/>
            <a:pathLst>
              <a:path w="726439">
                <a:moveTo>
                  <a:pt x="0" y="0"/>
                </a:moveTo>
                <a:lnTo>
                  <a:pt x="726004" y="0"/>
                </a:lnTo>
              </a:path>
            </a:pathLst>
          </a:custGeom>
          <a:ln w="12766">
            <a:solidFill>
              <a:srgbClr val="5238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338910" y="4857849"/>
            <a:ext cx="3693795" cy="1075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850" spc="130">
                <a:solidFill>
                  <a:srgbClr val="52382F"/>
                </a:solidFill>
                <a:latin typeface="Arial"/>
                <a:cs typeface="Arial"/>
              </a:rPr>
              <a:t>I�</a:t>
            </a:r>
            <a:r>
              <a:rPr sz="6850" spc="-1215">
                <a:solidFill>
                  <a:srgbClr val="52382F"/>
                </a:solidFill>
                <a:latin typeface="Arial"/>
                <a:cs typeface="Arial"/>
              </a:rPr>
              <a:t> </a:t>
            </a:r>
            <a:r>
              <a:rPr sz="3000" b="1" spc="-215">
                <a:solidFill>
                  <a:srgbClr val="030303"/>
                </a:solidFill>
                <a:latin typeface="Arial"/>
                <a:cs typeface="Arial"/>
              </a:rPr>
              <a:t>SQL</a:t>
            </a:r>
            <a:r>
              <a:rPr sz="3000" b="1" spc="-21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b="1" spc="-300">
                <a:solidFill>
                  <a:srgbClr val="030303"/>
                </a:solidFill>
                <a:latin typeface="Arial"/>
                <a:cs typeface="Arial"/>
              </a:rPr>
              <a:t>Generation</a:t>
            </a:r>
            <a:endParaRPr sz="3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67468" y="5751479"/>
            <a:ext cx="463423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spc="65">
                <a:solidFill>
                  <a:srgbClr val="111313"/>
                </a:solidFill>
                <a:latin typeface="Arial"/>
                <a:cs typeface="Arial"/>
              </a:rPr>
              <a:t>(Syntactically</a:t>
            </a:r>
            <a:r>
              <a:rPr sz="2650" spc="-12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 spc="75">
                <a:solidFill>
                  <a:srgbClr val="111313"/>
                </a:solidFill>
                <a:latin typeface="Arial"/>
                <a:cs typeface="Arial"/>
              </a:rPr>
              <a:t>correct</a:t>
            </a:r>
            <a:r>
              <a:rPr sz="2650" spc="4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 spc="-10">
                <a:solidFill>
                  <a:srgbClr val="111313"/>
                </a:solidFill>
                <a:latin typeface="Arial"/>
                <a:cs typeface="Arial"/>
              </a:rPr>
              <a:t>MySQL)</a:t>
            </a:r>
            <a:endParaRPr sz="26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351611" y="7047175"/>
            <a:ext cx="726440" cy="0"/>
          </a:xfrm>
          <a:custGeom>
            <a:avLst/>
            <a:gdLst/>
            <a:ahLst/>
            <a:cxnLst/>
            <a:rect l="l" t="t" r="r" b="b"/>
            <a:pathLst>
              <a:path w="726439">
                <a:moveTo>
                  <a:pt x="0" y="0"/>
                </a:moveTo>
                <a:lnTo>
                  <a:pt x="726004" y="0"/>
                </a:lnTo>
              </a:path>
            </a:pathLst>
          </a:custGeom>
          <a:ln w="12766">
            <a:solidFill>
              <a:srgbClr val="5238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338910" y="6159996"/>
            <a:ext cx="4395470" cy="1075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850" spc="130">
                <a:solidFill>
                  <a:srgbClr val="52382F"/>
                </a:solidFill>
                <a:latin typeface="Arial"/>
                <a:cs typeface="Arial"/>
              </a:rPr>
              <a:t>I�</a:t>
            </a:r>
            <a:r>
              <a:rPr sz="6850" spc="-1235">
                <a:solidFill>
                  <a:srgbClr val="52382F"/>
                </a:solidFill>
                <a:latin typeface="Arial"/>
                <a:cs typeface="Arial"/>
              </a:rPr>
              <a:t> </a:t>
            </a:r>
            <a:r>
              <a:rPr sz="3000" b="1" spc="-140">
                <a:solidFill>
                  <a:srgbClr val="030303"/>
                </a:solidFill>
                <a:latin typeface="Arial"/>
                <a:cs typeface="Arial"/>
              </a:rPr>
              <a:t>Reasoning</a:t>
            </a:r>
            <a:r>
              <a:rPr sz="3000" b="1" spc="-1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b="1" spc="-275">
                <a:solidFill>
                  <a:srgbClr val="030303"/>
                </a:solidFill>
                <a:latin typeface="Arial"/>
                <a:cs typeface="Arial"/>
              </a:rPr>
              <a:t>Visibility</a:t>
            </a:r>
            <a:endParaRPr sz="30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67468" y="7066392"/>
            <a:ext cx="3577590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>
                <a:solidFill>
                  <a:srgbClr val="111313"/>
                </a:solidFill>
                <a:latin typeface="Arial"/>
                <a:cs typeface="Arial"/>
              </a:rPr>
              <a:t>(Explain</a:t>
            </a:r>
            <a:r>
              <a:rPr sz="2650" spc="-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 spc="105">
                <a:solidFill>
                  <a:srgbClr val="111313"/>
                </a:solidFill>
                <a:latin typeface="Arial"/>
                <a:cs typeface="Arial"/>
              </a:rPr>
              <a:t>the</a:t>
            </a:r>
            <a:r>
              <a:rPr sz="2650" spc="-8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2650" spc="65">
                <a:solidFill>
                  <a:srgbClr val="030303"/>
                </a:solidFill>
                <a:latin typeface="Arial"/>
                <a:cs typeface="Arial"/>
              </a:rPr>
              <a:t>logic</a:t>
            </a:r>
            <a:r>
              <a:rPr sz="2650" spc="-3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650" spc="45">
                <a:solidFill>
                  <a:srgbClr val="111313"/>
                </a:solidFill>
                <a:latin typeface="Arial"/>
                <a:cs typeface="Arial"/>
              </a:rPr>
              <a:t>path)</a:t>
            </a:r>
            <a:endParaRPr sz="26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18628" y="8023854"/>
            <a:ext cx="675894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025" spc="-30" baseline="13266">
                <a:solidFill>
                  <a:srgbClr val="C8CAC8"/>
                </a:solidFill>
                <a:latin typeface="Times New Roman"/>
                <a:cs typeface="Times New Roman"/>
              </a:rPr>
              <a:t>-</a:t>
            </a:r>
            <a:r>
              <a:rPr sz="2150" spc="3529">
                <a:solidFill>
                  <a:srgbClr val="7E8585"/>
                </a:solidFill>
                <a:latin typeface="Arial"/>
                <a:cs typeface="Arial"/>
              </a:rPr>
              <a:t>11-</a:t>
            </a:r>
            <a:r>
              <a:rPr sz="2150" spc="2420">
                <a:solidFill>
                  <a:srgbClr val="7E8585"/>
                </a:solidFill>
                <a:latin typeface="Arial"/>
                <a:cs typeface="Arial"/>
              </a:rPr>
              <a:t>-----------</a:t>
            </a:r>
            <a:r>
              <a:rPr sz="2150" spc="2370">
                <a:solidFill>
                  <a:srgbClr val="7E8585"/>
                </a:solidFill>
                <a:latin typeface="Arial"/>
                <a:cs typeface="Arial"/>
              </a:rPr>
              <a:t>-</a:t>
            </a:r>
            <a:endParaRPr sz="21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280505" y="3019524"/>
            <a:ext cx="6048375" cy="15132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b="1" spc="65">
                <a:solidFill>
                  <a:srgbClr val="4F6270"/>
                </a:solidFill>
                <a:latin typeface="Arial"/>
                <a:cs typeface="Arial"/>
              </a:rPr>
              <a:t>Non-</a:t>
            </a:r>
            <a:r>
              <a:rPr sz="3250" b="1" spc="60">
                <a:solidFill>
                  <a:srgbClr val="4F6270"/>
                </a:solidFill>
                <a:latin typeface="Arial"/>
                <a:cs typeface="Arial"/>
              </a:rPr>
              <a:t>Functional</a:t>
            </a:r>
            <a:r>
              <a:rPr sz="3250" b="1" spc="-225">
                <a:solidFill>
                  <a:srgbClr val="4F6270"/>
                </a:solidFill>
                <a:latin typeface="Arial"/>
                <a:cs typeface="Arial"/>
              </a:rPr>
              <a:t> </a:t>
            </a:r>
            <a:r>
              <a:rPr sz="3250" b="1" spc="-10">
                <a:solidFill>
                  <a:srgbClr val="4F6270"/>
                </a:solidFill>
                <a:latin typeface="Arial"/>
                <a:cs typeface="Arial"/>
              </a:rPr>
              <a:t>Requirements</a:t>
            </a:r>
            <a:endParaRPr sz="3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3250">
              <a:latin typeface="Arial"/>
              <a:cs typeface="Arial"/>
            </a:endParaRPr>
          </a:p>
          <a:p>
            <a:pPr marL="1263015">
              <a:lnSpc>
                <a:spcPct val="100000"/>
              </a:lnSpc>
            </a:pPr>
            <a:r>
              <a:rPr sz="3000" b="1" spc="-90">
                <a:solidFill>
                  <a:srgbClr val="030303"/>
                </a:solidFill>
                <a:latin typeface="Arial"/>
                <a:cs typeface="Arial"/>
              </a:rPr>
              <a:t>Performance:</a:t>
            </a:r>
            <a:r>
              <a:rPr sz="3000" b="1" spc="-8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150">
                <a:solidFill>
                  <a:srgbClr val="111313"/>
                </a:solidFill>
                <a:latin typeface="Arial"/>
                <a:cs typeface="Arial"/>
              </a:rPr>
              <a:t>95%</a:t>
            </a:r>
            <a:r>
              <a:rPr sz="3000" spc="-13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3000" spc="-10">
                <a:solidFill>
                  <a:srgbClr val="030303"/>
                </a:solidFill>
                <a:latin typeface="Arial"/>
                <a:cs typeface="Arial"/>
              </a:rPr>
              <a:t>Uptime</a:t>
            </a:r>
            <a:endParaRPr sz="3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531047" y="4902530"/>
            <a:ext cx="4594225" cy="321754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5240" marR="410845" indent="-3175">
              <a:lnSpc>
                <a:spcPts val="3320"/>
              </a:lnSpc>
              <a:spcBef>
                <a:spcPts val="459"/>
              </a:spcBef>
            </a:pPr>
            <a:r>
              <a:rPr sz="3000" b="1" spc="-95">
                <a:solidFill>
                  <a:srgbClr val="030303"/>
                </a:solidFill>
                <a:latin typeface="Arial"/>
                <a:cs typeface="Arial"/>
              </a:rPr>
              <a:t>Reliability:</a:t>
            </a:r>
            <a:r>
              <a:rPr sz="3000" b="1" spc="-114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50">
                <a:solidFill>
                  <a:srgbClr val="111313"/>
                </a:solidFill>
                <a:latin typeface="Arial"/>
                <a:cs typeface="Arial"/>
              </a:rPr>
              <a:t>Graceful</a:t>
            </a:r>
            <a:r>
              <a:rPr sz="3000" spc="-14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3000" spc="-10">
                <a:solidFill>
                  <a:srgbClr val="111313"/>
                </a:solidFill>
                <a:latin typeface="Arial"/>
                <a:cs typeface="Arial"/>
              </a:rPr>
              <a:t>error recovery</a:t>
            </a:r>
            <a:endParaRPr sz="3000">
              <a:latin typeface="Arial"/>
              <a:cs typeface="Arial"/>
            </a:endParaRPr>
          </a:p>
          <a:p>
            <a:pPr marL="29845" marR="5080" indent="-15875">
              <a:lnSpc>
                <a:spcPts val="3420"/>
              </a:lnSpc>
              <a:spcBef>
                <a:spcPts val="2225"/>
              </a:spcBef>
            </a:pPr>
            <a:r>
              <a:rPr sz="3000" b="1" spc="-80">
                <a:solidFill>
                  <a:srgbClr val="030303"/>
                </a:solidFill>
                <a:latin typeface="Arial"/>
                <a:cs typeface="Arial"/>
              </a:rPr>
              <a:t>Security:</a:t>
            </a:r>
            <a:r>
              <a:rPr sz="3000" b="1" spc="-26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75">
                <a:solidFill>
                  <a:srgbClr val="030303"/>
                </a:solidFill>
                <a:latin typeface="Arial"/>
                <a:cs typeface="Arial"/>
              </a:rPr>
              <a:t>Read-</a:t>
            </a:r>
            <a:r>
              <a:rPr sz="3000">
                <a:solidFill>
                  <a:srgbClr val="030303"/>
                </a:solidFill>
                <a:latin typeface="Arial"/>
                <a:cs typeface="Arial"/>
              </a:rPr>
              <a:t>only</a:t>
            </a:r>
            <a:r>
              <a:rPr sz="3000" spc="-2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35">
                <a:solidFill>
                  <a:srgbClr val="111313"/>
                </a:solidFill>
                <a:latin typeface="Arial"/>
                <a:cs typeface="Arial"/>
              </a:rPr>
              <a:t>access </a:t>
            </a:r>
            <a:r>
              <a:rPr sz="3000" spc="-225">
                <a:solidFill>
                  <a:srgbClr val="111313"/>
                </a:solidFill>
                <a:latin typeface="Arial"/>
                <a:cs typeface="Arial"/>
              </a:rPr>
              <a:t>(SELECT</a:t>
            </a:r>
            <a:r>
              <a:rPr sz="3000" spc="40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3000" spc="-10">
                <a:solidFill>
                  <a:srgbClr val="111313"/>
                </a:solidFill>
                <a:latin typeface="Arial"/>
                <a:cs typeface="Arial"/>
              </a:rPr>
              <a:t>only)</a:t>
            </a:r>
            <a:endParaRPr sz="3000">
              <a:latin typeface="Arial"/>
              <a:cs typeface="Arial"/>
            </a:endParaRPr>
          </a:p>
          <a:p>
            <a:pPr marL="22860" marR="38735" indent="-3810">
              <a:lnSpc>
                <a:spcPts val="3420"/>
              </a:lnSpc>
              <a:spcBef>
                <a:spcPts val="2305"/>
              </a:spcBef>
            </a:pPr>
            <a:r>
              <a:rPr sz="3000" b="1" spc="-105">
                <a:solidFill>
                  <a:srgbClr val="030303"/>
                </a:solidFill>
                <a:latin typeface="Arial"/>
                <a:cs typeface="Arial"/>
              </a:rPr>
              <a:t>Tech:</a:t>
            </a:r>
            <a:r>
              <a:rPr sz="3000" b="1" spc="-2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20">
                <a:solidFill>
                  <a:srgbClr val="030303"/>
                </a:solidFill>
                <a:latin typeface="Arial"/>
                <a:cs typeface="Arial"/>
              </a:rPr>
              <a:t>Python</a:t>
            </a:r>
            <a:r>
              <a:rPr sz="3000" spc="-14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>
                <a:solidFill>
                  <a:srgbClr val="111313"/>
                </a:solidFill>
                <a:latin typeface="Arial"/>
                <a:cs typeface="Arial"/>
              </a:rPr>
              <a:t>/</a:t>
            </a:r>
            <a:r>
              <a:rPr sz="3000" spc="-25">
                <a:solidFill>
                  <a:srgbClr val="111313"/>
                </a:solidFill>
                <a:latin typeface="Arial"/>
                <a:cs typeface="Arial"/>
              </a:rPr>
              <a:t> </a:t>
            </a:r>
            <a:r>
              <a:rPr sz="3000" spc="-90">
                <a:solidFill>
                  <a:srgbClr val="030303"/>
                </a:solidFill>
                <a:latin typeface="Arial"/>
                <a:cs typeface="Arial"/>
              </a:rPr>
              <a:t>LangGraph</a:t>
            </a:r>
            <a:r>
              <a:rPr sz="3000" spc="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000" spc="-50">
                <a:solidFill>
                  <a:srgbClr val="111313"/>
                </a:solidFill>
                <a:latin typeface="Arial"/>
                <a:cs typeface="Arial"/>
              </a:rPr>
              <a:t>/ </a:t>
            </a:r>
            <a:r>
              <a:rPr sz="3000" spc="-10">
                <a:solidFill>
                  <a:srgbClr val="111313"/>
                </a:solidFill>
                <a:latin typeface="Arial"/>
                <a:cs typeface="Arial"/>
              </a:rPr>
              <a:t>Stream</a:t>
            </a:r>
            <a:r>
              <a:rPr sz="3000" spc="-10">
                <a:solidFill>
                  <a:srgbClr val="030303"/>
                </a:solidFill>
                <a:latin typeface="Arial"/>
                <a:cs typeface="Arial"/>
              </a:rPr>
              <a:t>lit</a:t>
            </a:r>
            <a:endParaRPr sz="30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5826396" y="5808926"/>
            <a:ext cx="8509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-50">
                <a:solidFill>
                  <a:srgbClr val="939997"/>
                </a:solidFill>
                <a:latin typeface="Arial"/>
                <a:cs typeface="Arial"/>
              </a:rPr>
              <a:t>'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2800"/>
            <a:chOff x="0" y="0"/>
            <a:chExt cx="17475200" cy="9702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475200" cy="97025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6237" y="7659951"/>
              <a:ext cx="636845" cy="8425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90977" y="7200369"/>
              <a:ext cx="0" cy="459740"/>
            </a:xfrm>
            <a:custGeom>
              <a:avLst/>
              <a:gdLst/>
              <a:ahLst/>
              <a:cxnLst/>
              <a:rect l="l" t="t" r="r" b="b"/>
              <a:pathLst>
                <a:path h="459740">
                  <a:moveTo>
                    <a:pt x="0" y="459581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22137" y="7940805"/>
              <a:ext cx="0" cy="715010"/>
            </a:xfrm>
            <a:custGeom>
              <a:avLst/>
              <a:gdLst/>
              <a:ahLst/>
              <a:cxnLst/>
              <a:rect l="l" t="t" r="r" b="b"/>
              <a:pathLst>
                <a:path h="715009">
                  <a:moveTo>
                    <a:pt x="0" y="714903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18573" y="4749269"/>
              <a:ext cx="0" cy="1123950"/>
            </a:xfrm>
            <a:custGeom>
              <a:avLst/>
              <a:gdLst/>
              <a:ahLst/>
              <a:cxnLst/>
              <a:rect l="l" t="t" r="r" b="b"/>
              <a:pathLst>
                <a:path h="1123950">
                  <a:moveTo>
                    <a:pt x="0" y="1123420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546169" y="7353562"/>
              <a:ext cx="0" cy="1225550"/>
            </a:xfrm>
            <a:custGeom>
              <a:avLst/>
              <a:gdLst/>
              <a:ahLst/>
              <a:cxnLst/>
              <a:rect l="l" t="t" r="r" b="b"/>
              <a:pathLst>
                <a:path h="1225550">
                  <a:moveTo>
                    <a:pt x="0" y="1225549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686275" y="7353562"/>
              <a:ext cx="0" cy="1174750"/>
            </a:xfrm>
            <a:custGeom>
              <a:avLst/>
              <a:gdLst/>
              <a:ahLst/>
              <a:cxnLst/>
              <a:rect l="l" t="t" r="r" b="b"/>
              <a:pathLst>
                <a:path h="1174750">
                  <a:moveTo>
                    <a:pt x="0" y="1174485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1786" y="5208850"/>
              <a:ext cx="0" cy="664210"/>
            </a:xfrm>
            <a:custGeom>
              <a:avLst/>
              <a:gdLst/>
              <a:ahLst/>
              <a:cxnLst/>
              <a:rect l="l" t="t" r="r" b="b"/>
              <a:pathLst>
                <a:path h="664210">
                  <a:moveTo>
                    <a:pt x="0" y="663839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66337" y="1953484"/>
              <a:ext cx="8304530" cy="0"/>
            </a:xfrm>
            <a:custGeom>
              <a:avLst/>
              <a:gdLst/>
              <a:ahLst/>
              <a:cxnLst/>
              <a:rect l="l" t="t" r="r" b="b"/>
              <a:pathLst>
                <a:path w="8304530">
                  <a:moveTo>
                    <a:pt x="0" y="0"/>
                  </a:moveTo>
                  <a:lnTo>
                    <a:pt x="8304471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90142" y="4404583"/>
              <a:ext cx="1019175" cy="0"/>
            </a:xfrm>
            <a:custGeom>
              <a:avLst/>
              <a:gdLst/>
              <a:ahLst/>
              <a:cxnLst/>
              <a:rect l="l" t="t" r="r" b="b"/>
              <a:pathLst>
                <a:path w="1019175">
                  <a:moveTo>
                    <a:pt x="0" y="0"/>
                  </a:moveTo>
                  <a:lnTo>
                    <a:pt x="1018953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258829" y="4902463"/>
              <a:ext cx="1554480" cy="932180"/>
            </a:xfrm>
            <a:custGeom>
              <a:avLst/>
              <a:gdLst/>
              <a:ahLst/>
              <a:cxnLst/>
              <a:rect l="l" t="t" r="r" b="b"/>
              <a:pathLst>
                <a:path w="1554480" h="932179">
                  <a:moveTo>
                    <a:pt x="76421" y="0"/>
                  </a:moveTo>
                  <a:lnTo>
                    <a:pt x="1375587" y="0"/>
                  </a:lnTo>
                </a:path>
                <a:path w="1554480" h="932179">
                  <a:moveTo>
                    <a:pt x="0" y="931928"/>
                  </a:moveTo>
                  <a:lnTo>
                    <a:pt x="1553904" y="931928"/>
                  </a:lnTo>
                </a:path>
              </a:pathLst>
            </a:custGeom>
            <a:ln w="51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15616" y="6000351"/>
              <a:ext cx="993775" cy="0"/>
            </a:xfrm>
            <a:custGeom>
              <a:avLst/>
              <a:gdLst/>
              <a:ahLst/>
              <a:cxnLst/>
              <a:rect l="l" t="t" r="r" b="b"/>
              <a:pathLst>
                <a:path w="993775">
                  <a:moveTo>
                    <a:pt x="0" y="0"/>
                  </a:moveTo>
                  <a:lnTo>
                    <a:pt x="99347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15616" y="6191843"/>
              <a:ext cx="993775" cy="0"/>
            </a:xfrm>
            <a:custGeom>
              <a:avLst/>
              <a:gdLst/>
              <a:ahLst/>
              <a:cxnLst/>
              <a:rect l="l" t="t" r="r" b="b"/>
              <a:pathLst>
                <a:path w="993775">
                  <a:moveTo>
                    <a:pt x="0" y="0"/>
                  </a:moveTo>
                  <a:lnTo>
                    <a:pt x="99347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90977" y="7123772"/>
              <a:ext cx="2318385" cy="0"/>
            </a:xfrm>
            <a:custGeom>
              <a:avLst/>
              <a:gdLst/>
              <a:ahLst/>
              <a:cxnLst/>
              <a:rect l="l" t="t" r="r" b="b"/>
              <a:pathLst>
                <a:path w="2318384">
                  <a:moveTo>
                    <a:pt x="0" y="0"/>
                  </a:moveTo>
                  <a:lnTo>
                    <a:pt x="2318119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65503" y="7404627"/>
              <a:ext cx="2343785" cy="0"/>
            </a:xfrm>
            <a:custGeom>
              <a:avLst/>
              <a:gdLst/>
              <a:ahLst/>
              <a:cxnLst/>
              <a:rect l="l" t="t" r="r" b="b"/>
              <a:pathLst>
                <a:path w="2343784">
                  <a:moveTo>
                    <a:pt x="0" y="0"/>
                  </a:moveTo>
                  <a:lnTo>
                    <a:pt x="2343593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65503" y="8579111"/>
              <a:ext cx="2827655" cy="0"/>
            </a:xfrm>
            <a:custGeom>
              <a:avLst/>
              <a:gdLst/>
              <a:ahLst/>
              <a:cxnLst/>
              <a:rect l="l" t="t" r="r" b="b"/>
              <a:pathLst>
                <a:path w="2827654">
                  <a:moveTo>
                    <a:pt x="0" y="0"/>
                  </a:moveTo>
                  <a:lnTo>
                    <a:pt x="2827596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90977" y="8642942"/>
              <a:ext cx="5909945" cy="0"/>
            </a:xfrm>
            <a:custGeom>
              <a:avLst/>
              <a:gdLst/>
              <a:ahLst/>
              <a:cxnLst/>
              <a:rect l="l" t="t" r="r" b="b"/>
              <a:pathLst>
                <a:path w="5909945">
                  <a:moveTo>
                    <a:pt x="0" y="0"/>
                  </a:moveTo>
                  <a:lnTo>
                    <a:pt x="5909930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4390" rIns="0" bIns="0" rtlCol="0">
            <a:spAutoFit/>
          </a:bodyPr>
          <a:lstStyle/>
          <a:p>
            <a:pPr marL="824230">
              <a:lnSpc>
                <a:spcPct val="100000"/>
              </a:lnSpc>
              <a:spcBef>
                <a:spcPts val="125"/>
              </a:spcBef>
            </a:pPr>
            <a:r>
              <a:rPr sz="4700" spc="114">
                <a:solidFill>
                  <a:srgbClr val="131618"/>
                </a:solidFill>
              </a:rPr>
              <a:t>High-Level</a:t>
            </a:r>
            <a:r>
              <a:rPr sz="4700" spc="295">
                <a:solidFill>
                  <a:srgbClr val="131618"/>
                </a:solidFill>
              </a:rPr>
              <a:t> </a:t>
            </a:r>
            <a:r>
              <a:rPr sz="4700" spc="160">
                <a:solidFill>
                  <a:srgbClr val="131618"/>
                </a:solidFill>
              </a:rPr>
              <a:t>System</a:t>
            </a:r>
            <a:r>
              <a:rPr sz="4700" spc="250">
                <a:solidFill>
                  <a:srgbClr val="131618"/>
                </a:solidFill>
              </a:rPr>
              <a:t> </a:t>
            </a:r>
            <a:r>
              <a:rPr sz="4700" spc="145">
                <a:solidFill>
                  <a:srgbClr val="131618"/>
                </a:solidFill>
              </a:rPr>
              <a:t>Architecture</a:t>
            </a:r>
            <a:endParaRPr sz="4700"/>
          </a:p>
        </p:txBody>
      </p:sp>
      <p:sp>
        <p:nvSpPr>
          <p:cNvPr id="21" name="object 21"/>
          <p:cNvSpPr txBox="1"/>
          <p:nvPr/>
        </p:nvSpPr>
        <p:spPr>
          <a:xfrm>
            <a:off x="5284628" y="4908914"/>
            <a:ext cx="1871980" cy="8007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015"/>
              </a:lnSpc>
              <a:spcBef>
                <a:spcPts val="110"/>
              </a:spcBef>
            </a:pPr>
            <a:r>
              <a:rPr sz="2550" b="1" spc="50">
                <a:solidFill>
                  <a:srgbClr val="050505"/>
                </a:solidFill>
                <a:latin typeface="Arial"/>
                <a:cs typeface="Arial"/>
              </a:rPr>
              <a:t>Ollama</a:t>
            </a:r>
            <a:r>
              <a:rPr sz="2550" b="1" spc="-25">
                <a:solidFill>
                  <a:srgbClr val="050505"/>
                </a:solidFill>
                <a:latin typeface="Arial"/>
                <a:cs typeface="Arial"/>
              </a:rPr>
              <a:t> 3.1</a:t>
            </a:r>
            <a:endParaRPr sz="2550">
              <a:latin typeface="Arial"/>
              <a:cs typeface="Arial"/>
            </a:endParaRPr>
          </a:p>
          <a:p>
            <a:pPr marL="19050">
              <a:lnSpc>
                <a:spcPts val="3075"/>
              </a:lnSpc>
            </a:pPr>
            <a:r>
              <a:rPr sz="2600" spc="-10">
                <a:solidFill>
                  <a:srgbClr val="131618"/>
                </a:solidFill>
                <a:latin typeface="Arial"/>
                <a:cs typeface="Arial"/>
              </a:rPr>
              <a:t>(Reasoning)</a:t>
            </a:r>
            <a:endParaRPr sz="2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66413" y="4908914"/>
            <a:ext cx="2749550" cy="8007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620" algn="ctr">
              <a:lnSpc>
                <a:spcPts val="3015"/>
              </a:lnSpc>
              <a:spcBef>
                <a:spcPts val="110"/>
              </a:spcBef>
            </a:pPr>
            <a:r>
              <a:rPr sz="2550" b="1" spc="45">
                <a:solidFill>
                  <a:srgbClr val="050505"/>
                </a:solidFill>
                <a:latin typeface="Arial"/>
                <a:cs typeface="Arial"/>
              </a:rPr>
              <a:t>LangGraph</a:t>
            </a:r>
            <a:endParaRPr sz="2550">
              <a:latin typeface="Arial"/>
              <a:cs typeface="Arial"/>
            </a:endParaRPr>
          </a:p>
          <a:p>
            <a:pPr algn="ctr">
              <a:lnSpc>
                <a:spcPts val="3075"/>
              </a:lnSpc>
            </a:pPr>
            <a:r>
              <a:rPr sz="2600" spc="95">
                <a:solidFill>
                  <a:srgbClr val="131618"/>
                </a:solidFill>
                <a:latin typeface="Arial"/>
                <a:cs typeface="Arial"/>
              </a:rPr>
              <a:t>(Agent</a:t>
            </a:r>
            <a:r>
              <a:rPr sz="2600" spc="60">
                <a:solidFill>
                  <a:srgbClr val="131618"/>
                </a:solidFill>
                <a:latin typeface="Arial"/>
                <a:cs typeface="Arial"/>
              </a:rPr>
              <a:t> </a:t>
            </a:r>
            <a:r>
              <a:rPr sz="2600" spc="75">
                <a:solidFill>
                  <a:srgbClr val="131618"/>
                </a:solidFill>
                <a:latin typeface="Arial"/>
                <a:cs typeface="Arial"/>
              </a:rPr>
              <a:t>Workflow)</a:t>
            </a:r>
            <a:endParaRPr sz="2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499209" y="4998277"/>
            <a:ext cx="226758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b="1" spc="50">
                <a:solidFill>
                  <a:srgbClr val="050505"/>
                </a:solidFill>
                <a:latin typeface="Arial"/>
                <a:cs typeface="Arial"/>
              </a:rPr>
              <a:t>Python-</a:t>
            </a:r>
            <a:r>
              <a:rPr sz="2250" b="1" spc="-10">
                <a:solidFill>
                  <a:srgbClr val="050505"/>
                </a:solidFill>
                <a:latin typeface="Arial"/>
                <a:cs typeface="Arial"/>
              </a:rPr>
              <a:t>Based</a:t>
            </a:r>
            <a:r>
              <a:rPr sz="2250" spc="-10">
                <a:solidFill>
                  <a:srgbClr val="935E49"/>
                </a:solidFill>
                <a:latin typeface="Arial"/>
                <a:cs typeface="Arial"/>
              </a:rPr>
              <a:t>�</a:t>
            </a:r>
            <a:endParaRPr sz="22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499209" y="5368494"/>
            <a:ext cx="126619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b="1" spc="-10">
                <a:solidFill>
                  <a:srgbClr val="050505"/>
                </a:solidFill>
                <a:latin typeface="Arial"/>
                <a:cs typeface="Arial"/>
              </a:rPr>
              <a:t>Backend</a:t>
            </a:r>
            <a:endParaRPr sz="22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99644" y="7117457"/>
            <a:ext cx="19113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u="heavy" spc="-50">
                <a:solidFill>
                  <a:srgbClr val="727C80"/>
                </a:solidFill>
                <a:uFill>
                  <a:solidFill>
                    <a:srgbClr val="727C80"/>
                  </a:solidFill>
                </a:uFill>
                <a:latin typeface="Arial"/>
                <a:cs typeface="Arial"/>
              </a:rPr>
              <a:t>c</a:t>
            </a:r>
            <a:r>
              <a:rPr sz="1550" u="heavy" spc="500">
                <a:solidFill>
                  <a:srgbClr val="727C80"/>
                </a:solidFill>
                <a:uFill>
                  <a:solidFill>
                    <a:srgbClr val="727C80"/>
                  </a:solidFill>
                </a:uFill>
                <a:latin typeface="Arial"/>
                <a:cs typeface="Arial"/>
              </a:rPr>
              <a:t> 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30323" y="7353561"/>
            <a:ext cx="114935" cy="56197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96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5"/>
              </a:spcBef>
            </a:pPr>
            <a:r>
              <a:rPr sz="1050" spc="-50">
                <a:solidFill>
                  <a:srgbClr val="B3BABC"/>
                </a:solidFill>
                <a:latin typeface="Times New Roman"/>
                <a:cs typeface="Times New Roman"/>
              </a:rPr>
              <a:t>/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25203" y="7870659"/>
            <a:ext cx="3477895" cy="6934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b="1">
                <a:solidFill>
                  <a:srgbClr val="050505"/>
                </a:solidFill>
                <a:latin typeface="Arial"/>
                <a:cs typeface="Arial"/>
              </a:rPr>
              <a:t>MySQL</a:t>
            </a:r>
            <a:r>
              <a:rPr sz="2750" b="1" spc="1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sz="2750" spc="50">
                <a:solidFill>
                  <a:srgbClr val="131618"/>
                </a:solidFill>
                <a:latin typeface="Arial"/>
                <a:cs typeface="Arial"/>
              </a:rPr>
              <a:t>(Data</a:t>
            </a:r>
            <a:r>
              <a:rPr sz="2750" spc="95">
                <a:solidFill>
                  <a:srgbClr val="131618"/>
                </a:solidFill>
                <a:latin typeface="Arial"/>
                <a:cs typeface="Arial"/>
              </a:rPr>
              <a:t> </a:t>
            </a:r>
            <a:r>
              <a:rPr sz="2750" spc="-10">
                <a:solidFill>
                  <a:srgbClr val="050505"/>
                </a:solidFill>
                <a:latin typeface="Arial"/>
                <a:cs typeface="Arial"/>
              </a:rPr>
              <a:t>Layer)</a:t>
            </a:r>
            <a:endParaRPr sz="27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860"/>
              </a:spcBef>
            </a:pPr>
            <a:r>
              <a:rPr sz="900" i="1" spc="-30">
                <a:solidFill>
                  <a:srgbClr val="727C80"/>
                </a:solidFill>
                <a:latin typeface="Arial"/>
                <a:cs typeface="Arial"/>
              </a:rPr>
              <a:t>,....:.0</a:t>
            </a:r>
            <a:r>
              <a:rPr sz="900" spc="-30">
                <a:solidFill>
                  <a:srgbClr val="899195"/>
                </a:solidFill>
                <a:latin typeface="Arial"/>
                <a:cs typeface="Arial"/>
              </a:rPr>
              <a:t>-</a:t>
            </a:r>
            <a:r>
              <a:rPr sz="900" spc="-10">
                <a:solidFill>
                  <a:srgbClr val="899195"/>
                </a:solidFill>
                <a:latin typeface="Arial"/>
                <a:cs typeface="Arial"/>
              </a:rPr>
              <a:t>-</a:t>
            </a:r>
            <a:r>
              <a:rPr sz="900" spc="-60">
                <a:solidFill>
                  <a:srgbClr val="899195"/>
                </a:solidFill>
                <a:latin typeface="Arial"/>
                <a:cs typeface="Arial"/>
              </a:rPr>
              <a:t>�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 flipV="1">
            <a:off x="1367359" y="947492"/>
            <a:ext cx="9865167" cy="15192"/>
          </a:xfrm>
          <a:custGeom>
            <a:avLst/>
            <a:gdLst/>
            <a:ahLst/>
            <a:cxnLst/>
            <a:rect l="l" t="t" r="r" b="b"/>
            <a:pathLst>
              <a:path w="8269605">
                <a:moveTo>
                  <a:pt x="0" y="0"/>
                </a:moveTo>
                <a:lnTo>
                  <a:pt x="8269253" y="0"/>
                </a:lnTo>
              </a:path>
            </a:pathLst>
          </a:custGeom>
          <a:ln w="12766">
            <a:solidFill>
              <a:srgbClr val="1518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xfrm>
            <a:off x="1211509" y="258909"/>
            <a:ext cx="1001903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-300">
                <a:solidFill>
                  <a:srgbClr val="15181D"/>
                </a:solidFill>
              </a:rPr>
              <a:t>USER</a:t>
            </a:r>
            <a:r>
              <a:rPr sz="4700" spc="240">
                <a:solidFill>
                  <a:srgbClr val="15181D"/>
                </a:solidFill>
              </a:rPr>
              <a:t> </a:t>
            </a:r>
            <a:r>
              <a:rPr sz="4700" spc="-265">
                <a:solidFill>
                  <a:srgbClr val="15181D"/>
                </a:solidFill>
              </a:rPr>
              <a:t>EXPERIENCE:</a:t>
            </a:r>
            <a:r>
              <a:rPr sz="4700" spc="370">
                <a:solidFill>
                  <a:srgbClr val="15181D"/>
                </a:solidFill>
              </a:rPr>
              <a:t> </a:t>
            </a:r>
            <a:r>
              <a:rPr sz="4700" spc="-200">
                <a:solidFill>
                  <a:srgbClr val="15181D"/>
                </a:solidFill>
              </a:rPr>
              <a:t>THE</a:t>
            </a:r>
            <a:r>
              <a:rPr sz="4700" spc="-130">
                <a:solidFill>
                  <a:srgbClr val="15181D"/>
                </a:solidFill>
              </a:rPr>
              <a:t> </a:t>
            </a:r>
            <a:r>
              <a:rPr sz="4700" spc="-285">
                <a:solidFill>
                  <a:srgbClr val="15181D"/>
                </a:solidFill>
              </a:rPr>
              <a:t>INTERFACE</a:t>
            </a:r>
            <a:endParaRPr sz="4700"/>
          </a:p>
        </p:txBody>
      </p:sp>
      <p:pic>
        <p:nvPicPr>
          <p:cNvPr id="4" name="object 2" descr="A drawing of gears and a square&#10;&#10;AI-generated content may be incorrect.">
            <a:extLst>
              <a:ext uri="{FF2B5EF4-FFF2-40B4-BE49-F238E27FC236}">
                <a16:creationId xmlns:a16="http://schemas.microsoft.com/office/drawing/2014/main" id="{946688DE-09BB-6BAC-FB32-0EC0DC104F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230" y="1167246"/>
            <a:ext cx="1986959" cy="2272373"/>
          </a:xfrm>
          <a:prstGeom prst="rect">
            <a:avLst/>
          </a:prstGeom>
        </p:spPr>
      </p:pic>
      <p:pic>
        <p:nvPicPr>
          <p:cNvPr id="6" name="object 7" descr="A black and white drawing of a gear&#10;&#10;AI-generated content may be incorrect.">
            <a:extLst>
              <a:ext uri="{FF2B5EF4-FFF2-40B4-BE49-F238E27FC236}">
                <a16:creationId xmlns:a16="http://schemas.microsoft.com/office/drawing/2014/main" id="{B7CF02CE-845C-AC00-710C-A12403A554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230" y="7507023"/>
            <a:ext cx="1248217" cy="1965986"/>
          </a:xfrm>
          <a:prstGeom prst="rect">
            <a:avLst/>
          </a:prstGeom>
        </p:spPr>
      </p:pic>
      <p:grpSp>
        <p:nvGrpSpPr>
          <p:cNvPr id="10" name="object 11">
            <a:extLst>
              <a:ext uri="{FF2B5EF4-FFF2-40B4-BE49-F238E27FC236}">
                <a16:creationId xmlns:a16="http://schemas.microsoft.com/office/drawing/2014/main" id="{033BCA22-C5F1-E59F-351D-D4A34B0809D3}"/>
              </a:ext>
            </a:extLst>
          </p:cNvPr>
          <p:cNvGrpSpPr/>
          <p:nvPr/>
        </p:nvGrpSpPr>
        <p:grpSpPr>
          <a:xfrm>
            <a:off x="9160087" y="7499785"/>
            <a:ext cx="7769520" cy="2068115"/>
            <a:chOff x="9043213" y="7251435"/>
            <a:chExt cx="7769520" cy="2068115"/>
          </a:xfrm>
        </p:grpSpPr>
        <p:pic>
          <p:nvPicPr>
            <p:cNvPr id="8" name="object 12">
              <a:extLst>
                <a:ext uri="{FF2B5EF4-FFF2-40B4-BE49-F238E27FC236}">
                  <a16:creationId xmlns:a16="http://schemas.microsoft.com/office/drawing/2014/main" id="{24709EC4-232F-BE2C-32FE-50ED78AE1AE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43213" y="7302499"/>
              <a:ext cx="7769520" cy="2017051"/>
            </a:xfrm>
            <a:prstGeom prst="rect">
              <a:avLst/>
            </a:prstGeom>
          </p:spPr>
        </p:pic>
        <p:pic>
          <p:nvPicPr>
            <p:cNvPr id="9" name="object 13">
              <a:extLst>
                <a:ext uri="{FF2B5EF4-FFF2-40B4-BE49-F238E27FC236}">
                  <a16:creationId xmlns:a16="http://schemas.microsoft.com/office/drawing/2014/main" id="{7A2E96F4-DAFC-EDC1-6FEF-0691446F5F2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8898" y="7251435"/>
              <a:ext cx="891584" cy="868097"/>
            </a:xfrm>
            <a:prstGeom prst="rect">
              <a:avLst/>
            </a:prstGeom>
          </p:spPr>
        </p:pic>
      </p:grpSp>
      <p:pic>
        <p:nvPicPr>
          <p:cNvPr id="12" name="object 14">
            <a:extLst>
              <a:ext uri="{FF2B5EF4-FFF2-40B4-BE49-F238E27FC236}">
                <a16:creationId xmlns:a16="http://schemas.microsoft.com/office/drawing/2014/main" id="{D07D9896-2BF3-9876-8043-CCA02EE3799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53518" y="787417"/>
            <a:ext cx="1986959" cy="288514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9F51DC-BCA7-A8CD-3838-4FD472BBB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709" y="1373573"/>
            <a:ext cx="14432106" cy="75421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2535"/>
            <a:chOff x="0" y="0"/>
            <a:chExt cx="17475200" cy="9702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343593" cy="13279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7475200" cy="970253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303256" y="9702532"/>
              <a:ext cx="586105" cy="0"/>
            </a:xfrm>
            <a:custGeom>
              <a:avLst/>
              <a:gdLst/>
              <a:ahLst/>
              <a:cxnLst/>
              <a:rect l="l" t="t" r="r" b="b"/>
              <a:pathLst>
                <a:path w="586105">
                  <a:moveTo>
                    <a:pt x="0" y="0"/>
                  </a:moveTo>
                  <a:lnTo>
                    <a:pt x="585898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110" rIns="0" bIns="0" rtlCol="0">
            <a:spAutoFit/>
          </a:bodyPr>
          <a:lstStyle/>
          <a:p>
            <a:pPr marL="839469">
              <a:lnSpc>
                <a:spcPct val="100000"/>
              </a:lnSpc>
              <a:spcBef>
                <a:spcPts val="130"/>
              </a:spcBef>
            </a:pPr>
            <a:r>
              <a:rPr sz="5850" spc="280">
                <a:solidFill>
                  <a:srgbClr val="1D1F1F"/>
                </a:solidFill>
              </a:rPr>
              <a:t>End-</a:t>
            </a:r>
            <a:r>
              <a:rPr sz="5850" spc="210">
                <a:solidFill>
                  <a:srgbClr val="1D1F1F"/>
                </a:solidFill>
              </a:rPr>
              <a:t>to-</a:t>
            </a:r>
            <a:r>
              <a:rPr sz="5850" spc="320">
                <a:solidFill>
                  <a:srgbClr val="1D1F1F"/>
                </a:solidFill>
              </a:rPr>
              <a:t>End</a:t>
            </a:r>
            <a:r>
              <a:rPr sz="5850" spc="505">
                <a:solidFill>
                  <a:srgbClr val="1D1F1F"/>
                </a:solidFill>
              </a:rPr>
              <a:t> </a:t>
            </a:r>
            <a:r>
              <a:rPr sz="5850" spc="155">
                <a:solidFill>
                  <a:srgbClr val="1D1F1F"/>
                </a:solidFill>
              </a:rPr>
              <a:t>User</a:t>
            </a:r>
            <a:r>
              <a:rPr sz="5850" spc="240">
                <a:solidFill>
                  <a:srgbClr val="1D1F1F"/>
                </a:solidFill>
              </a:rPr>
              <a:t> </a:t>
            </a:r>
            <a:r>
              <a:rPr sz="5850" spc="70">
                <a:solidFill>
                  <a:srgbClr val="1D1F1F"/>
                </a:solidFill>
              </a:rPr>
              <a:t>Flow</a:t>
            </a:r>
            <a:endParaRPr sz="5850"/>
          </a:p>
        </p:txBody>
      </p:sp>
      <p:sp>
        <p:nvSpPr>
          <p:cNvPr id="8" name="object 8"/>
          <p:cNvSpPr txBox="1"/>
          <p:nvPr/>
        </p:nvSpPr>
        <p:spPr>
          <a:xfrm>
            <a:off x="8352500" y="7960023"/>
            <a:ext cx="4244340" cy="8337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2850" b="1" spc="55">
                <a:solidFill>
                  <a:srgbClr val="7C4B38"/>
                </a:solidFill>
                <a:latin typeface="Arial"/>
                <a:cs typeface="Arial"/>
              </a:rPr>
              <a:t>Self-</a:t>
            </a:r>
            <a:r>
              <a:rPr sz="2850" b="1" spc="65">
                <a:solidFill>
                  <a:srgbClr val="7C4B38"/>
                </a:solidFill>
                <a:latin typeface="Arial"/>
                <a:cs typeface="Arial"/>
              </a:rPr>
              <a:t>Correction</a:t>
            </a:r>
            <a:r>
              <a:rPr sz="2850" b="1" spc="-365">
                <a:solidFill>
                  <a:srgbClr val="7C4B38"/>
                </a:solidFill>
                <a:latin typeface="Arial"/>
                <a:cs typeface="Arial"/>
              </a:rPr>
              <a:t> </a:t>
            </a:r>
            <a:r>
              <a:rPr sz="2850" b="1" spc="-20">
                <a:solidFill>
                  <a:srgbClr val="7C4B38"/>
                </a:solidFill>
                <a:latin typeface="Arial"/>
                <a:cs typeface="Arial"/>
              </a:rPr>
              <a:t>Loop</a:t>
            </a:r>
            <a:endParaRPr sz="2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2400">
                <a:solidFill>
                  <a:srgbClr val="1D1F1F"/>
                </a:solidFill>
                <a:latin typeface="Arial"/>
                <a:cs typeface="Arial"/>
              </a:rPr>
              <a:t>If</a:t>
            </a:r>
            <a:r>
              <a:rPr sz="2400" spc="229">
                <a:solidFill>
                  <a:srgbClr val="1D1F1F"/>
                </a:solidFill>
                <a:latin typeface="Arial"/>
                <a:cs typeface="Arial"/>
              </a:rPr>
              <a:t> </a:t>
            </a:r>
            <a:r>
              <a:rPr sz="2400" spc="114">
                <a:solidFill>
                  <a:srgbClr val="1D1F1F"/>
                </a:solidFill>
                <a:latin typeface="Arial"/>
                <a:cs typeface="Arial"/>
              </a:rPr>
              <a:t>Error-</a:t>
            </a:r>
            <a:r>
              <a:rPr sz="2400" spc="165">
                <a:solidFill>
                  <a:srgbClr val="1D1F1F"/>
                </a:solidFill>
                <a:latin typeface="Arial"/>
                <a:cs typeface="Arial"/>
              </a:rPr>
              <a:t>&gt;</a:t>
            </a:r>
            <a:r>
              <a:rPr sz="2400" spc="185">
                <a:solidFill>
                  <a:srgbClr val="1D1F1F"/>
                </a:solidFill>
                <a:latin typeface="Arial"/>
                <a:cs typeface="Arial"/>
              </a:rPr>
              <a:t> </a:t>
            </a:r>
            <a:r>
              <a:rPr sz="2400">
                <a:solidFill>
                  <a:srgbClr val="1D1F1F"/>
                </a:solidFill>
                <a:latin typeface="Arial"/>
                <a:cs typeface="Arial"/>
              </a:rPr>
              <a:t>Agent</a:t>
            </a:r>
            <a:r>
              <a:rPr sz="2400" spc="15">
                <a:solidFill>
                  <a:srgbClr val="1D1F1F"/>
                </a:solidFill>
                <a:latin typeface="Arial"/>
                <a:cs typeface="Arial"/>
              </a:rPr>
              <a:t> </a:t>
            </a:r>
            <a:r>
              <a:rPr sz="2400">
                <a:solidFill>
                  <a:srgbClr val="0F0F0E"/>
                </a:solidFill>
                <a:latin typeface="Arial"/>
                <a:cs typeface="Arial"/>
              </a:rPr>
              <a:t>Rewrites</a:t>
            </a:r>
            <a:r>
              <a:rPr sz="2400" spc="55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400" spc="-25">
                <a:solidFill>
                  <a:srgbClr val="1D1F1F"/>
                </a:solidFill>
                <a:latin typeface="Arial"/>
                <a:cs typeface="Arial"/>
              </a:rPr>
              <a:t>SQL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303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547383" cy="188965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38206" y="306651"/>
            <a:ext cx="407581" cy="4085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021644"/>
            <a:ext cx="3031387" cy="268089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5870201" y="498144"/>
            <a:ext cx="968375" cy="0"/>
          </a:xfrm>
          <a:custGeom>
            <a:avLst/>
            <a:gdLst/>
            <a:ahLst/>
            <a:cxnLst/>
            <a:rect l="l" t="t" r="r" b="b"/>
            <a:pathLst>
              <a:path w="968375">
                <a:moveTo>
                  <a:pt x="0" y="0"/>
                </a:moveTo>
                <a:lnTo>
                  <a:pt x="96800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943313" y="-31584"/>
            <a:ext cx="698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>
                <a:solidFill>
                  <a:srgbClr val="696E70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72471" y="-31584"/>
            <a:ext cx="4953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>
                <a:solidFill>
                  <a:srgbClr val="696E70"/>
                </a:solidFill>
                <a:latin typeface="Times New Roman"/>
                <a:cs typeface="Times New Roman"/>
              </a:rPr>
              <a:t>'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935400" y="70544"/>
            <a:ext cx="59055" cy="28638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79400"/>
              </a:lnSpc>
              <a:spcBef>
                <a:spcPts val="340"/>
              </a:spcBef>
            </a:pPr>
            <a:r>
              <a:rPr sz="950" spc="-50">
                <a:solidFill>
                  <a:srgbClr val="85898C"/>
                </a:solidFill>
                <a:latin typeface="Arial"/>
                <a:cs typeface="Arial"/>
              </a:rPr>
              <a:t>I </a:t>
            </a:r>
            <a:r>
              <a:rPr sz="950" spc="-50">
                <a:solidFill>
                  <a:srgbClr val="696E70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64749" y="70544"/>
            <a:ext cx="92075" cy="286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019"/>
              </a:lnSpc>
              <a:spcBef>
                <a:spcPts val="105"/>
              </a:spcBef>
            </a:pPr>
            <a:r>
              <a:rPr sz="950" spc="-50">
                <a:solidFill>
                  <a:srgbClr val="696E70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  <a:p>
            <a:pPr marL="39370">
              <a:lnSpc>
                <a:spcPts val="1019"/>
              </a:lnSpc>
            </a:pPr>
            <a:r>
              <a:rPr sz="950" spc="-50">
                <a:solidFill>
                  <a:srgbClr val="696E70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10216" y="293951"/>
            <a:ext cx="452120" cy="381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1280" algn="r">
              <a:lnSpc>
                <a:spcPts val="1070"/>
              </a:lnSpc>
              <a:spcBef>
                <a:spcPts val="105"/>
              </a:spcBef>
            </a:pPr>
            <a:r>
              <a:rPr sz="900" spc="-50">
                <a:solidFill>
                  <a:srgbClr val="696E70"/>
                </a:solidFill>
                <a:latin typeface="Times New Roman"/>
                <a:cs typeface="Times New Roman"/>
              </a:rPr>
              <a:t>\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ts val="1730"/>
              </a:lnSpc>
            </a:pPr>
            <a:r>
              <a:rPr sz="950">
                <a:solidFill>
                  <a:srgbClr val="696E70"/>
                </a:solidFill>
                <a:latin typeface="Times New Roman"/>
                <a:cs typeface="Times New Roman"/>
              </a:rPr>
              <a:t>\..-</a:t>
            </a:r>
            <a:r>
              <a:rPr sz="950" spc="-75">
                <a:solidFill>
                  <a:srgbClr val="696E70"/>
                </a:solidFill>
                <a:latin typeface="Times New Roman"/>
                <a:cs typeface="Times New Roman"/>
              </a:rPr>
              <a:t>,..</a:t>
            </a:r>
            <a:r>
              <a:rPr sz="1450" spc="-75">
                <a:solidFill>
                  <a:srgbClr val="85898C"/>
                </a:solidFill>
                <a:latin typeface="Times New Roman"/>
                <a:cs typeface="Times New Roman"/>
              </a:rPr>
              <a:t>....</a:t>
            </a:r>
            <a:r>
              <a:rPr sz="1450" spc="135">
                <a:solidFill>
                  <a:srgbClr val="85898C"/>
                </a:solidFill>
                <a:latin typeface="Times New Roman"/>
                <a:cs typeface="Times New Roman"/>
              </a:rPr>
              <a:t> </a:t>
            </a:r>
            <a:r>
              <a:rPr sz="850" spc="-50">
                <a:solidFill>
                  <a:srgbClr val="85898C"/>
                </a:solidFill>
                <a:latin typeface="Times New Roman"/>
                <a:cs typeface="Times New Roman"/>
              </a:rPr>
              <a:t>\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457700" y="593956"/>
            <a:ext cx="18923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25" spc="67" baseline="2849">
                <a:solidFill>
                  <a:srgbClr val="85898C"/>
                </a:solidFill>
                <a:latin typeface="Arial"/>
                <a:cs typeface="Arial"/>
              </a:rPr>
              <a:t>'</a:t>
            </a:r>
            <a:r>
              <a:rPr sz="1450" spc="45">
                <a:solidFill>
                  <a:srgbClr val="85898C"/>
                </a:solidFill>
                <a:latin typeface="Arial"/>
                <a:cs typeface="Arial"/>
              </a:rPr>
              <a:t>'</a:t>
            </a:r>
            <a:r>
              <a:rPr sz="1450" spc="45">
                <a:solidFill>
                  <a:srgbClr val="B8BABA"/>
                </a:solidFill>
                <a:latin typeface="Arial"/>
                <a:cs typeface="Arial"/>
              </a:rPr>
              <a:t>,</a:t>
            </a:r>
            <a:endParaRPr sz="14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9299" y="849279"/>
            <a:ext cx="8039734" cy="906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750" b="1" spc="130">
                <a:solidFill>
                  <a:srgbClr val="232628"/>
                </a:solidFill>
                <a:latin typeface="Arial"/>
                <a:cs typeface="Arial"/>
              </a:rPr>
              <a:t>The</a:t>
            </a:r>
            <a:r>
              <a:rPr sz="5750" b="1" spc="95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5750" b="1" spc="145">
                <a:solidFill>
                  <a:srgbClr val="232628"/>
                </a:solidFill>
                <a:latin typeface="Arial"/>
                <a:cs typeface="Arial"/>
              </a:rPr>
              <a:t>Agentic</a:t>
            </a:r>
            <a:r>
              <a:rPr sz="5750" b="1" spc="27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5750" b="1" spc="80">
                <a:solidFill>
                  <a:srgbClr val="232628"/>
                </a:solidFill>
                <a:latin typeface="Arial"/>
                <a:cs typeface="Arial"/>
              </a:rPr>
              <a:t>Workflow</a:t>
            </a:r>
            <a:endParaRPr sz="5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183823" y="1315243"/>
            <a:ext cx="254635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-50">
                <a:solidFill>
                  <a:srgbClr val="85898C"/>
                </a:solidFill>
                <a:latin typeface="Arial"/>
                <a:cs typeface="Arial"/>
              </a:rPr>
              <a:t>--</a:t>
            </a:r>
            <a:endParaRPr sz="2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66124" y="6070632"/>
            <a:ext cx="15113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590">
                <a:solidFill>
                  <a:srgbClr val="696E70"/>
                </a:solidFill>
                <a:latin typeface="Arial"/>
                <a:cs typeface="Arial"/>
              </a:rPr>
              <a:t>'</a:t>
            </a:r>
            <a:endParaRPr sz="17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722278" y="6089782"/>
            <a:ext cx="5334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>
                <a:solidFill>
                  <a:srgbClr val="9A9E9E"/>
                </a:solidFill>
                <a:latin typeface="Times New Roman"/>
                <a:cs typeface="Times New Roman"/>
              </a:rPr>
              <a:t>I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24706" y="6263645"/>
            <a:ext cx="1979295" cy="7861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500" b="1" spc="75">
                <a:solidFill>
                  <a:srgbClr val="030303"/>
                </a:solidFill>
                <a:latin typeface="Arial"/>
                <a:cs typeface="Arial"/>
              </a:rPr>
              <a:t>Intent</a:t>
            </a:r>
            <a:r>
              <a:rPr sz="2500" b="1" spc="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500" b="1" spc="45">
                <a:solidFill>
                  <a:srgbClr val="030303"/>
                </a:solidFill>
                <a:latin typeface="Arial"/>
                <a:cs typeface="Arial"/>
              </a:rPr>
              <a:t>Agent</a:t>
            </a:r>
            <a:endParaRPr sz="2500">
              <a:latin typeface="Arial"/>
              <a:cs typeface="Arial"/>
            </a:endParaRPr>
          </a:p>
          <a:p>
            <a:pPr marL="119380">
              <a:lnSpc>
                <a:spcPct val="100000"/>
              </a:lnSpc>
              <a:spcBef>
                <a:spcPts val="215"/>
              </a:spcBef>
            </a:pPr>
            <a:r>
              <a:rPr sz="2100" spc="50">
                <a:solidFill>
                  <a:srgbClr val="232628"/>
                </a:solidFill>
                <a:latin typeface="Arial"/>
                <a:cs typeface="Arial"/>
              </a:rPr>
              <a:t>(The</a:t>
            </a:r>
            <a:r>
              <a:rPr sz="2100" spc="-4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2100" spc="40">
                <a:solidFill>
                  <a:srgbClr val="232628"/>
                </a:solidFill>
                <a:latin typeface="Arial"/>
                <a:cs typeface="Arial"/>
              </a:rPr>
              <a:t>Listener)</a:t>
            </a:r>
            <a:endParaRPr sz="21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320081" y="6083398"/>
            <a:ext cx="2260600" cy="9664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" algn="ctr">
              <a:lnSpc>
                <a:spcPts val="1760"/>
              </a:lnSpc>
              <a:spcBef>
                <a:spcPts val="105"/>
              </a:spcBef>
            </a:pPr>
            <a:r>
              <a:rPr sz="1550" spc="615">
                <a:solidFill>
                  <a:srgbClr val="85898C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  <a:p>
            <a:pPr algn="ctr">
              <a:lnSpc>
                <a:spcPts val="2900"/>
              </a:lnSpc>
            </a:pPr>
            <a:r>
              <a:rPr sz="2500" b="1">
                <a:solidFill>
                  <a:srgbClr val="030303"/>
                </a:solidFill>
                <a:latin typeface="Arial"/>
                <a:cs typeface="Arial"/>
              </a:rPr>
              <a:t>Planner</a:t>
            </a:r>
            <a:r>
              <a:rPr sz="2500" b="1" spc="28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500" b="1" spc="45">
                <a:solidFill>
                  <a:srgbClr val="030303"/>
                </a:solidFill>
                <a:latin typeface="Arial"/>
                <a:cs typeface="Arial"/>
              </a:rPr>
              <a:t>Agent</a:t>
            </a:r>
            <a:endParaRPr sz="25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215"/>
              </a:spcBef>
            </a:pPr>
            <a:r>
              <a:rPr sz="2100" spc="80">
                <a:solidFill>
                  <a:srgbClr val="232628"/>
                </a:solidFill>
                <a:latin typeface="Arial"/>
                <a:cs typeface="Arial"/>
              </a:rPr>
              <a:t>(The</a:t>
            </a:r>
            <a:r>
              <a:rPr sz="2100" spc="-10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2100" spc="55">
                <a:solidFill>
                  <a:srgbClr val="232628"/>
                </a:solidFill>
                <a:latin typeface="Arial"/>
                <a:cs typeface="Arial"/>
              </a:rPr>
              <a:t>Strategist)</a:t>
            </a:r>
            <a:endParaRPr sz="21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666706" y="6263645"/>
            <a:ext cx="2167890" cy="7861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500" b="1" spc="50">
                <a:solidFill>
                  <a:srgbClr val="030303"/>
                </a:solidFill>
                <a:latin typeface="Arial"/>
                <a:cs typeface="Arial"/>
              </a:rPr>
              <a:t>Query</a:t>
            </a:r>
            <a:r>
              <a:rPr sz="2500" b="1" spc="-7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500" b="1" spc="-10">
                <a:solidFill>
                  <a:srgbClr val="030303"/>
                </a:solidFill>
                <a:latin typeface="Arial"/>
                <a:cs typeface="Arial"/>
              </a:rPr>
              <a:t>Builder</a:t>
            </a:r>
            <a:endParaRPr sz="250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215"/>
              </a:spcBef>
            </a:pPr>
            <a:r>
              <a:rPr sz="2100" spc="50">
                <a:solidFill>
                  <a:srgbClr val="232628"/>
                </a:solidFill>
                <a:latin typeface="Arial"/>
                <a:cs typeface="Arial"/>
              </a:rPr>
              <a:t>(The</a:t>
            </a:r>
            <a:r>
              <a:rPr sz="2100" spc="-35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2100" spc="35">
                <a:solidFill>
                  <a:srgbClr val="030303"/>
                </a:solidFill>
                <a:latin typeface="Arial"/>
                <a:cs typeface="Arial"/>
              </a:rPr>
              <a:t>T</a:t>
            </a:r>
            <a:r>
              <a:rPr sz="2100" spc="35">
                <a:solidFill>
                  <a:srgbClr val="232628"/>
                </a:solidFill>
                <a:latin typeface="Arial"/>
                <a:cs typeface="Arial"/>
              </a:rPr>
              <a:t>ranslator)</a:t>
            </a:r>
            <a:endParaRPr sz="21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2051868" y="6070632"/>
            <a:ext cx="167005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720">
                <a:solidFill>
                  <a:srgbClr val="9A9E9E"/>
                </a:solidFill>
                <a:latin typeface="Arial"/>
                <a:cs typeface="Arial"/>
              </a:rPr>
              <a:t>'</a:t>
            </a:r>
            <a:endParaRPr sz="175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0943278" y="6263645"/>
            <a:ext cx="2223770" cy="7861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2500" b="1" spc="114">
                <a:solidFill>
                  <a:srgbClr val="030303"/>
                </a:solidFill>
                <a:latin typeface="Arial"/>
                <a:cs typeface="Arial"/>
              </a:rPr>
              <a:t>Data</a:t>
            </a:r>
            <a:r>
              <a:rPr sz="2500" b="1" spc="-19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500" b="1" spc="-10">
                <a:solidFill>
                  <a:srgbClr val="030303"/>
                </a:solidFill>
                <a:latin typeface="Arial"/>
                <a:cs typeface="Arial"/>
              </a:rPr>
              <a:t>Retrieval</a:t>
            </a:r>
            <a:endParaRPr sz="2500">
              <a:latin typeface="Arial"/>
              <a:cs typeface="Arial"/>
            </a:endParaRPr>
          </a:p>
          <a:p>
            <a:pPr marL="6985" algn="ctr">
              <a:lnSpc>
                <a:spcPct val="100000"/>
              </a:lnSpc>
              <a:spcBef>
                <a:spcPts val="215"/>
              </a:spcBef>
            </a:pPr>
            <a:r>
              <a:rPr sz="2100" spc="50">
                <a:solidFill>
                  <a:srgbClr val="232628"/>
                </a:solidFill>
                <a:latin typeface="Arial"/>
                <a:cs typeface="Arial"/>
              </a:rPr>
              <a:t>(The</a:t>
            </a:r>
            <a:r>
              <a:rPr sz="2100" spc="-5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2100" spc="-10">
                <a:solidFill>
                  <a:srgbClr val="232628"/>
                </a:solidFill>
                <a:latin typeface="Arial"/>
                <a:cs typeface="Arial"/>
              </a:rPr>
              <a:t>Executor)</a:t>
            </a:r>
            <a:endParaRPr sz="21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5377642" y="6089781"/>
            <a:ext cx="16192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730">
                <a:solidFill>
                  <a:srgbClr val="696E70"/>
                </a:solidFill>
                <a:latin typeface="Arial"/>
                <a:cs typeface="Arial"/>
              </a:rPr>
              <a:t>'</a:t>
            </a:r>
            <a:endParaRPr sz="15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4139608" y="6263645"/>
            <a:ext cx="2554605" cy="7861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500" b="1">
                <a:solidFill>
                  <a:srgbClr val="030303"/>
                </a:solidFill>
                <a:latin typeface="Arial"/>
                <a:cs typeface="Arial"/>
              </a:rPr>
              <a:t>Summary</a:t>
            </a:r>
            <a:r>
              <a:rPr sz="2500" b="1" spc="37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2500" b="1" spc="45">
                <a:solidFill>
                  <a:srgbClr val="030303"/>
                </a:solidFill>
                <a:latin typeface="Arial"/>
                <a:cs typeface="Arial"/>
              </a:rPr>
              <a:t>Agent</a:t>
            </a:r>
            <a:endParaRPr sz="25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215"/>
              </a:spcBef>
            </a:pPr>
            <a:r>
              <a:rPr sz="2100" spc="80">
                <a:solidFill>
                  <a:srgbClr val="232628"/>
                </a:solidFill>
                <a:latin typeface="Arial"/>
                <a:cs typeface="Arial"/>
              </a:rPr>
              <a:t>(The</a:t>
            </a:r>
            <a:r>
              <a:rPr sz="2100" spc="-110">
                <a:solidFill>
                  <a:srgbClr val="232628"/>
                </a:solidFill>
                <a:latin typeface="Arial"/>
                <a:cs typeface="Arial"/>
              </a:rPr>
              <a:t> </a:t>
            </a:r>
            <a:r>
              <a:rPr sz="2100" spc="-10">
                <a:solidFill>
                  <a:srgbClr val="232628"/>
                </a:solidFill>
                <a:latin typeface="Arial"/>
                <a:cs typeface="Arial"/>
              </a:rPr>
              <a:t>Synthesizer)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96" name="object 3">
            <a:extLst>
              <a:ext uri="{FF2B5EF4-FFF2-40B4-BE49-F238E27FC236}">
                <a16:creationId xmlns:a16="http://schemas.microsoft.com/office/drawing/2014/main" id="{BB2A47A6-9215-91D8-AB7E-57B15836A25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900" y="3429000"/>
            <a:ext cx="160401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12E48-4267-8AE4-F7D1-677BD4C89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>
            <a:extLst>
              <a:ext uri="{FF2B5EF4-FFF2-40B4-BE49-F238E27FC236}">
                <a16:creationId xmlns:a16="http://schemas.microsoft.com/office/drawing/2014/main" id="{EFBE04CE-A292-F87D-4990-08DBB7AF8D15}"/>
              </a:ext>
            </a:extLst>
          </p:cNvPr>
          <p:cNvSpPr/>
          <p:nvPr/>
        </p:nvSpPr>
        <p:spPr>
          <a:xfrm flipV="1">
            <a:off x="1367359" y="947492"/>
            <a:ext cx="9865167" cy="15192"/>
          </a:xfrm>
          <a:custGeom>
            <a:avLst/>
            <a:gdLst/>
            <a:ahLst/>
            <a:cxnLst/>
            <a:rect l="l" t="t" r="r" b="b"/>
            <a:pathLst>
              <a:path w="8269605">
                <a:moveTo>
                  <a:pt x="0" y="0"/>
                </a:moveTo>
                <a:lnTo>
                  <a:pt x="8269253" y="0"/>
                </a:lnTo>
              </a:path>
            </a:pathLst>
          </a:custGeom>
          <a:ln w="12766">
            <a:solidFill>
              <a:srgbClr val="1518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 descr="$PPTXTitle">
            <a:extLst>
              <a:ext uri="{FF2B5EF4-FFF2-40B4-BE49-F238E27FC236}">
                <a16:creationId xmlns:a16="http://schemas.microsoft.com/office/drawing/2014/main" id="{45A382B3-86E5-F038-9962-2EC51A1CC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1509" y="258909"/>
            <a:ext cx="1001903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700" spc="-300" dirty="0">
                <a:solidFill>
                  <a:srgbClr val="15181D"/>
                </a:solidFill>
              </a:rPr>
              <a:t>AGENTIC INTERACTION DIAGRAM</a:t>
            </a:r>
            <a:endParaRPr sz="4700" dirty="0"/>
          </a:p>
        </p:txBody>
      </p:sp>
      <p:pic>
        <p:nvPicPr>
          <p:cNvPr id="4" name="object 2" descr="A drawing of gears and a square&#10;&#10;AI-generated content may be incorrect.">
            <a:extLst>
              <a:ext uri="{FF2B5EF4-FFF2-40B4-BE49-F238E27FC236}">
                <a16:creationId xmlns:a16="http://schemas.microsoft.com/office/drawing/2014/main" id="{662BC1E2-AC1D-675C-19C5-0C3FA17C60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230" y="1167246"/>
            <a:ext cx="1986959" cy="2272373"/>
          </a:xfrm>
          <a:prstGeom prst="rect">
            <a:avLst/>
          </a:prstGeom>
        </p:spPr>
      </p:pic>
      <p:pic>
        <p:nvPicPr>
          <p:cNvPr id="6" name="object 7" descr="A black and white drawing of a gear&#10;&#10;AI-generated content may be incorrect.">
            <a:extLst>
              <a:ext uri="{FF2B5EF4-FFF2-40B4-BE49-F238E27FC236}">
                <a16:creationId xmlns:a16="http://schemas.microsoft.com/office/drawing/2014/main" id="{1B99D864-D53F-584B-1485-C9994BEEC7B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6230" y="7507023"/>
            <a:ext cx="1248217" cy="1965986"/>
          </a:xfrm>
          <a:prstGeom prst="rect">
            <a:avLst/>
          </a:prstGeom>
        </p:spPr>
      </p:pic>
      <p:grpSp>
        <p:nvGrpSpPr>
          <p:cNvPr id="10" name="object 11">
            <a:extLst>
              <a:ext uri="{FF2B5EF4-FFF2-40B4-BE49-F238E27FC236}">
                <a16:creationId xmlns:a16="http://schemas.microsoft.com/office/drawing/2014/main" id="{2B6E2C79-D877-0D6B-D40B-ED7655E1ADB1}"/>
              </a:ext>
            </a:extLst>
          </p:cNvPr>
          <p:cNvGrpSpPr/>
          <p:nvPr/>
        </p:nvGrpSpPr>
        <p:grpSpPr>
          <a:xfrm>
            <a:off x="9160087" y="7499785"/>
            <a:ext cx="7769520" cy="2068115"/>
            <a:chOff x="9043213" y="7251435"/>
            <a:chExt cx="7769520" cy="2068115"/>
          </a:xfrm>
        </p:grpSpPr>
        <p:pic>
          <p:nvPicPr>
            <p:cNvPr id="8" name="object 12">
              <a:extLst>
                <a:ext uri="{FF2B5EF4-FFF2-40B4-BE49-F238E27FC236}">
                  <a16:creationId xmlns:a16="http://schemas.microsoft.com/office/drawing/2014/main" id="{908363C2-A270-0115-54B9-EE2190F172D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43213" y="7302499"/>
              <a:ext cx="7769520" cy="2017051"/>
            </a:xfrm>
            <a:prstGeom prst="rect">
              <a:avLst/>
            </a:prstGeom>
          </p:spPr>
        </p:pic>
        <p:pic>
          <p:nvPicPr>
            <p:cNvPr id="9" name="object 13">
              <a:extLst>
                <a:ext uri="{FF2B5EF4-FFF2-40B4-BE49-F238E27FC236}">
                  <a16:creationId xmlns:a16="http://schemas.microsoft.com/office/drawing/2014/main" id="{EE034A41-CD80-D25A-231E-858C9F1DD9A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8898" y="7251435"/>
              <a:ext cx="891584" cy="868097"/>
            </a:xfrm>
            <a:prstGeom prst="rect">
              <a:avLst/>
            </a:prstGeom>
          </p:spPr>
        </p:pic>
      </p:grpSp>
      <p:pic>
        <p:nvPicPr>
          <p:cNvPr id="12" name="object 14">
            <a:extLst>
              <a:ext uri="{FF2B5EF4-FFF2-40B4-BE49-F238E27FC236}">
                <a16:creationId xmlns:a16="http://schemas.microsoft.com/office/drawing/2014/main" id="{CEA7B02E-F612-9230-BE0C-8A867A9D044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42305" y="1145765"/>
            <a:ext cx="1986959" cy="28851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C37F95-30ED-21DE-7BBD-B6EB51D6B3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3647" y="1902275"/>
            <a:ext cx="14513932" cy="690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9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2800"/>
            <a:chOff x="0" y="0"/>
            <a:chExt cx="17475200" cy="9702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184229" cy="26811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0848" y="0"/>
              <a:ext cx="16354351" cy="37535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779043"/>
              <a:ext cx="17194834" cy="59234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58375" y="3779043"/>
              <a:ext cx="6801514" cy="4085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53373" y="3676913"/>
              <a:ext cx="0" cy="1047115"/>
            </a:xfrm>
            <a:custGeom>
              <a:avLst/>
              <a:gdLst/>
              <a:ahLst/>
              <a:cxnLst/>
              <a:rect l="l" t="t" r="r" b="b"/>
              <a:pathLst>
                <a:path h="1047114">
                  <a:moveTo>
                    <a:pt x="0" y="1046823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80742" y="4391817"/>
              <a:ext cx="0" cy="1404620"/>
            </a:xfrm>
            <a:custGeom>
              <a:avLst/>
              <a:gdLst/>
              <a:ahLst/>
              <a:cxnLst/>
              <a:rect l="l" t="t" r="r" b="b"/>
              <a:pathLst>
                <a:path h="1404620">
                  <a:moveTo>
                    <a:pt x="0" y="1404275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4480" y="4162026"/>
              <a:ext cx="140335" cy="1634489"/>
            </a:xfrm>
            <a:custGeom>
              <a:avLst/>
              <a:gdLst/>
              <a:ahLst/>
              <a:cxnLst/>
              <a:rect l="l" t="t" r="r" b="b"/>
              <a:pathLst>
                <a:path w="140334" h="1634489">
                  <a:moveTo>
                    <a:pt x="0" y="0"/>
                  </a:moveTo>
                  <a:lnTo>
                    <a:pt x="140106" y="0"/>
                  </a:lnTo>
                  <a:lnTo>
                    <a:pt x="140106" y="1634066"/>
                  </a:lnTo>
                  <a:lnTo>
                    <a:pt x="0" y="16340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86198" y="3753510"/>
              <a:ext cx="1095375" cy="0"/>
            </a:xfrm>
            <a:custGeom>
              <a:avLst/>
              <a:gdLst/>
              <a:ahLst/>
              <a:cxnLst/>
              <a:rect l="l" t="t" r="r" b="b"/>
              <a:pathLst>
                <a:path w="109537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2259" rIns="0" bIns="0" rtlCol="0">
            <a:spAutoFit/>
          </a:bodyPr>
          <a:lstStyle/>
          <a:p>
            <a:pPr marL="868044">
              <a:lnSpc>
                <a:spcPct val="100000"/>
              </a:lnSpc>
              <a:spcBef>
                <a:spcPts val="130"/>
              </a:spcBef>
            </a:pPr>
            <a:r>
              <a:rPr sz="5900" spc="100">
                <a:solidFill>
                  <a:srgbClr val="010101"/>
                </a:solidFill>
              </a:rPr>
              <a:t>Agent</a:t>
            </a:r>
            <a:r>
              <a:rPr sz="5900" spc="260">
                <a:solidFill>
                  <a:srgbClr val="010101"/>
                </a:solidFill>
              </a:rPr>
              <a:t> </a:t>
            </a:r>
            <a:r>
              <a:rPr sz="5900" spc="170">
                <a:solidFill>
                  <a:srgbClr val="010101"/>
                </a:solidFill>
              </a:rPr>
              <a:t>Deep</a:t>
            </a:r>
            <a:r>
              <a:rPr sz="5900" spc="-45">
                <a:solidFill>
                  <a:srgbClr val="010101"/>
                </a:solidFill>
              </a:rPr>
              <a:t> </a:t>
            </a:r>
            <a:r>
              <a:rPr sz="5900" spc="55">
                <a:solidFill>
                  <a:srgbClr val="010101"/>
                </a:solidFill>
              </a:rPr>
              <a:t>Dive:</a:t>
            </a:r>
            <a:r>
              <a:rPr sz="5900" spc="-135">
                <a:solidFill>
                  <a:srgbClr val="010101"/>
                </a:solidFill>
              </a:rPr>
              <a:t> </a:t>
            </a:r>
            <a:r>
              <a:rPr sz="5900">
                <a:solidFill>
                  <a:srgbClr val="010101"/>
                </a:solidFill>
              </a:rPr>
              <a:t>Translation</a:t>
            </a:r>
            <a:r>
              <a:rPr sz="5900" spc="630">
                <a:solidFill>
                  <a:srgbClr val="010101"/>
                </a:solidFill>
              </a:rPr>
              <a:t> </a:t>
            </a:r>
            <a:r>
              <a:rPr sz="5900" spc="45">
                <a:solidFill>
                  <a:srgbClr val="010101"/>
                </a:solidFill>
              </a:rPr>
              <a:t>Logic</a:t>
            </a:r>
            <a:endParaRPr sz="5900"/>
          </a:p>
        </p:txBody>
      </p:sp>
      <p:sp>
        <p:nvSpPr>
          <p:cNvPr id="12" name="object 12"/>
          <p:cNvSpPr/>
          <p:nvPr/>
        </p:nvSpPr>
        <p:spPr>
          <a:xfrm>
            <a:off x="1083184" y="4493946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12766">
            <a:solidFill>
              <a:srgbClr val="5462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70484" y="3772727"/>
            <a:ext cx="53975" cy="875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550" spc="-1080">
                <a:solidFill>
                  <a:srgbClr val="54626E"/>
                </a:solidFill>
                <a:latin typeface="Arial"/>
                <a:cs typeface="Arial"/>
              </a:rPr>
              <a:t>l</a:t>
            </a:r>
            <a:endParaRPr sz="55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32076" y="4493946"/>
            <a:ext cx="89535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158" y="0"/>
                </a:lnTo>
              </a:path>
            </a:pathLst>
          </a:custGeom>
          <a:ln w="12766">
            <a:solidFill>
              <a:srgbClr val="697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86857" y="4213159"/>
            <a:ext cx="5270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1005">
                <a:solidFill>
                  <a:srgbClr val="697787"/>
                </a:solidFill>
                <a:latin typeface="Arial"/>
                <a:cs typeface="Arial"/>
              </a:rPr>
              <a:t>7</a:t>
            </a:r>
            <a:endParaRPr sz="2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91447" y="4372735"/>
            <a:ext cx="2461260" cy="1067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5585" algn="ctr">
              <a:lnSpc>
                <a:spcPts val="865"/>
              </a:lnSpc>
              <a:spcBef>
                <a:spcPts val="105"/>
              </a:spcBef>
            </a:pPr>
            <a:r>
              <a:rPr sz="850" spc="-595">
                <a:solidFill>
                  <a:srgbClr val="697787"/>
                </a:solidFill>
                <a:latin typeface="Arial"/>
                <a:cs typeface="Arial"/>
              </a:rPr>
              <a:t>O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2305"/>
              </a:lnSpc>
            </a:pPr>
            <a:r>
              <a:rPr sz="2050" spc="70">
                <a:solidFill>
                  <a:srgbClr val="26282A"/>
                </a:solidFill>
                <a:latin typeface="Arial"/>
                <a:cs typeface="Arial"/>
              </a:rPr>
              <a:t>Input:</a:t>
            </a:r>
            <a:r>
              <a:rPr sz="2050" spc="10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>
                <a:solidFill>
                  <a:srgbClr val="26282A"/>
                </a:solidFill>
                <a:latin typeface="Arial"/>
                <a:cs typeface="Arial"/>
              </a:rPr>
              <a:t>"Compare</a:t>
            </a:r>
            <a:r>
              <a:rPr sz="2050" spc="150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-25">
                <a:solidFill>
                  <a:srgbClr val="26282A"/>
                </a:solidFill>
                <a:latin typeface="Arial"/>
                <a:cs typeface="Arial"/>
              </a:rPr>
              <a:t>top</a:t>
            </a:r>
            <a:endParaRPr sz="2050">
              <a:latin typeface="Arial"/>
              <a:cs typeface="Arial"/>
            </a:endParaRPr>
          </a:p>
          <a:p>
            <a:pPr marL="24130" marR="134620" indent="1270">
              <a:lnSpc>
                <a:spcPts val="2510"/>
              </a:lnSpc>
              <a:spcBef>
                <a:spcPts val="95"/>
              </a:spcBef>
            </a:pPr>
            <a:r>
              <a:rPr sz="2050">
                <a:solidFill>
                  <a:srgbClr val="26282A"/>
                </a:solidFill>
                <a:latin typeface="Arial"/>
                <a:cs typeface="Arial"/>
              </a:rPr>
              <a:t>3</a:t>
            </a:r>
            <a:r>
              <a:rPr sz="2050" spc="80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95">
                <a:solidFill>
                  <a:srgbClr val="26282A"/>
                </a:solidFill>
                <a:latin typeface="Arial"/>
                <a:cs typeface="Arial"/>
              </a:rPr>
              <a:t>e-bike</a:t>
            </a:r>
            <a:r>
              <a:rPr sz="2050" spc="-10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65">
                <a:solidFill>
                  <a:srgbClr val="26282A"/>
                </a:solidFill>
                <a:latin typeface="Arial"/>
                <a:cs typeface="Arial"/>
              </a:rPr>
              <a:t>models</a:t>
            </a:r>
            <a:r>
              <a:rPr sz="2050" spc="-5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-25">
                <a:solidFill>
                  <a:srgbClr val="26282A"/>
                </a:solidFill>
                <a:latin typeface="Arial"/>
                <a:cs typeface="Arial"/>
              </a:rPr>
              <a:t>in </a:t>
            </a:r>
            <a:r>
              <a:rPr sz="2050" spc="50">
                <a:solidFill>
                  <a:srgbClr val="26282A"/>
                </a:solidFill>
                <a:latin typeface="Arial"/>
                <a:cs typeface="Arial"/>
              </a:rPr>
              <a:t>Atlanta</a:t>
            </a:r>
            <a:r>
              <a:rPr sz="2050" spc="40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60">
                <a:solidFill>
                  <a:srgbClr val="26282A"/>
                </a:solidFill>
                <a:latin typeface="Arial"/>
                <a:cs typeface="Arial"/>
              </a:rPr>
              <a:t>vs</a:t>
            </a:r>
            <a:r>
              <a:rPr sz="2050" spc="-10">
                <a:solidFill>
                  <a:srgbClr val="26282A"/>
                </a:solidFill>
                <a:latin typeface="Arial"/>
                <a:cs typeface="Arial"/>
              </a:rPr>
              <a:t> Athens</a:t>
            </a:r>
            <a:r>
              <a:rPr sz="2050" spc="-10">
                <a:solidFill>
                  <a:srgbClr val="010101"/>
                </a:solidFill>
                <a:latin typeface="Arial"/>
                <a:cs typeface="Arial"/>
              </a:rPr>
              <a:t>.</a:t>
            </a:r>
            <a:r>
              <a:rPr sz="2050" spc="-10">
                <a:solidFill>
                  <a:srgbClr val="26282A"/>
                </a:solidFill>
                <a:latin typeface="Arial"/>
                <a:cs typeface="Arial"/>
              </a:rPr>
              <a:t>"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19582" y="5477007"/>
            <a:ext cx="186055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50">
                <a:solidFill>
                  <a:srgbClr val="54626E"/>
                </a:solidFill>
                <a:latin typeface="Times New Roman"/>
                <a:cs typeface="Times New Roman"/>
              </a:rPr>
              <a:t>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4736" y="3945070"/>
            <a:ext cx="113030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50">
                <a:solidFill>
                  <a:srgbClr val="26282A"/>
                </a:solidFill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25342" y="4270606"/>
            <a:ext cx="2445385" cy="1603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 marR="5080" indent="-1905">
              <a:lnSpc>
                <a:spcPct val="100099"/>
              </a:lnSpc>
              <a:spcBef>
                <a:spcPts val="105"/>
              </a:spcBef>
            </a:pPr>
            <a:r>
              <a:rPr sz="2050" spc="50">
                <a:solidFill>
                  <a:srgbClr val="26282A"/>
                </a:solidFill>
                <a:latin typeface="Arial"/>
                <a:cs typeface="Arial"/>
              </a:rPr>
              <a:t>Category:</a:t>
            </a:r>
            <a:r>
              <a:rPr sz="2050" spc="13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>
                <a:solidFill>
                  <a:srgbClr val="26282A"/>
                </a:solidFill>
                <a:latin typeface="Arial"/>
                <a:cs typeface="Arial"/>
              </a:rPr>
              <a:t>'E-</a:t>
            </a:r>
            <a:r>
              <a:rPr sz="2050" spc="-10">
                <a:solidFill>
                  <a:srgbClr val="26282A"/>
                </a:solidFill>
                <a:latin typeface="Arial"/>
                <a:cs typeface="Arial"/>
              </a:rPr>
              <a:t>bike', </a:t>
            </a:r>
            <a:r>
              <a:rPr sz="2050" spc="50">
                <a:solidFill>
                  <a:srgbClr val="26282A"/>
                </a:solidFill>
                <a:latin typeface="Arial"/>
                <a:cs typeface="Arial"/>
              </a:rPr>
              <a:t>Locations:</a:t>
            </a:r>
            <a:r>
              <a:rPr sz="2050" spc="-35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-10">
                <a:solidFill>
                  <a:srgbClr val="26282A"/>
                </a:solidFill>
                <a:latin typeface="Arial"/>
                <a:cs typeface="Arial"/>
              </a:rPr>
              <a:t>['Atlanta', 'Athens'],</a:t>
            </a:r>
            <a:endParaRPr sz="2050">
              <a:latin typeface="Arial"/>
              <a:cs typeface="Arial"/>
            </a:endParaRPr>
          </a:p>
          <a:p>
            <a:pPr marL="19050" marR="236854" indent="-6350">
              <a:lnSpc>
                <a:spcPts val="2510"/>
              </a:lnSpc>
              <a:spcBef>
                <a:spcPts val="95"/>
              </a:spcBef>
            </a:pPr>
            <a:r>
              <a:rPr sz="2050" spc="65">
                <a:solidFill>
                  <a:srgbClr val="26282A"/>
                </a:solidFill>
                <a:latin typeface="Arial"/>
                <a:cs typeface="Arial"/>
              </a:rPr>
              <a:t>Action:</a:t>
            </a:r>
            <a:r>
              <a:rPr sz="2050" spc="-10">
                <a:solidFill>
                  <a:srgbClr val="26282A"/>
                </a:solidFill>
                <a:latin typeface="Arial"/>
                <a:cs typeface="Arial"/>
              </a:rPr>
              <a:t> 'Compare', </a:t>
            </a:r>
            <a:r>
              <a:rPr sz="2050" spc="60">
                <a:solidFill>
                  <a:srgbClr val="26282A"/>
                </a:solidFill>
                <a:latin typeface="Arial"/>
                <a:cs typeface="Arial"/>
              </a:rPr>
              <a:t>Limit:</a:t>
            </a:r>
            <a:r>
              <a:rPr sz="2050" spc="-80">
                <a:solidFill>
                  <a:srgbClr val="26282A"/>
                </a:solidFill>
                <a:latin typeface="Arial"/>
                <a:cs typeface="Arial"/>
              </a:rPr>
              <a:t> </a:t>
            </a:r>
            <a:r>
              <a:rPr sz="2050" spc="40">
                <a:solidFill>
                  <a:srgbClr val="26282A"/>
                </a:solidFill>
                <a:latin typeface="Arial"/>
                <a:cs typeface="Arial"/>
              </a:rPr>
              <a:t>3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01492" y="5769546"/>
            <a:ext cx="431800" cy="94488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20"/>
              </a:spcBef>
            </a:pPr>
            <a:r>
              <a:rPr sz="2000" spc="5">
                <a:solidFill>
                  <a:srgbClr val="26282A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950" spc="-330">
                <a:solidFill>
                  <a:srgbClr val="697787"/>
                </a:solidFill>
                <a:latin typeface="Arial"/>
                <a:cs typeface="Arial"/>
              </a:rPr>
              <a:t>L!:</a:t>
            </a:r>
            <a:endParaRPr sz="2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245769" y="4270606"/>
            <a:ext cx="3129280" cy="145288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5240" marR="801370" indent="-1905">
              <a:lnSpc>
                <a:spcPts val="2110"/>
              </a:lnSpc>
              <a:spcBef>
                <a:spcPts val="570"/>
              </a:spcBef>
            </a:pPr>
            <a:r>
              <a:rPr sz="2150" spc="-150">
                <a:solidFill>
                  <a:srgbClr val="705D70"/>
                </a:solidFill>
                <a:latin typeface="Courier New"/>
                <a:cs typeface="Courier New"/>
              </a:rPr>
              <a:t>SELECT</a:t>
            </a:r>
            <a:r>
              <a:rPr sz="2150" spc="-150">
                <a:solidFill>
                  <a:srgbClr val="26282A"/>
                </a:solidFill>
                <a:latin typeface="Courier New"/>
                <a:cs typeface="Courier New"/>
              </a:rPr>
              <a:t>*</a:t>
            </a:r>
            <a:r>
              <a:rPr sz="2150" spc="-800">
                <a:solidFill>
                  <a:srgbClr val="26282A"/>
                </a:solidFill>
                <a:latin typeface="Courier New"/>
                <a:cs typeface="Courier New"/>
              </a:rPr>
              <a:t> </a:t>
            </a:r>
            <a:r>
              <a:rPr sz="2150" spc="-340">
                <a:solidFill>
                  <a:srgbClr val="705D70"/>
                </a:solidFill>
                <a:latin typeface="Courier New"/>
                <a:cs typeface="Courier New"/>
              </a:rPr>
              <a:t>FROM</a:t>
            </a:r>
            <a:r>
              <a:rPr sz="2150" spc="-395">
                <a:solidFill>
                  <a:srgbClr val="705D70"/>
                </a:solidFill>
                <a:latin typeface="Courier New"/>
                <a:cs typeface="Courier New"/>
              </a:rPr>
              <a:t> </a:t>
            </a:r>
            <a:r>
              <a:rPr sz="2150" spc="-325">
                <a:solidFill>
                  <a:srgbClr val="26282A"/>
                </a:solidFill>
                <a:latin typeface="Courier New"/>
                <a:cs typeface="Courier New"/>
              </a:rPr>
              <a:t>Sales </a:t>
            </a:r>
            <a:r>
              <a:rPr sz="2150" spc="-315">
                <a:solidFill>
                  <a:srgbClr val="705D70"/>
                </a:solidFill>
                <a:latin typeface="Courier New"/>
                <a:cs typeface="Courier New"/>
              </a:rPr>
              <a:t>JOIN</a:t>
            </a:r>
            <a:r>
              <a:rPr sz="2150" spc="-509">
                <a:solidFill>
                  <a:srgbClr val="705D70"/>
                </a:solidFill>
                <a:latin typeface="Courier New"/>
                <a:cs typeface="Courier New"/>
              </a:rPr>
              <a:t> </a:t>
            </a:r>
            <a:r>
              <a:rPr sz="2150" spc="-285">
                <a:solidFill>
                  <a:srgbClr val="26282A"/>
                </a:solidFill>
                <a:latin typeface="Courier New"/>
                <a:cs typeface="Courier New"/>
              </a:rPr>
              <a:t>P</a:t>
            </a:r>
            <a:r>
              <a:rPr sz="2150" spc="-285">
                <a:solidFill>
                  <a:srgbClr val="010101"/>
                </a:solidFill>
                <a:latin typeface="Courier New"/>
                <a:cs typeface="Courier New"/>
              </a:rPr>
              <a:t>r</a:t>
            </a:r>
            <a:r>
              <a:rPr sz="2150" spc="-285">
                <a:solidFill>
                  <a:srgbClr val="26282A"/>
                </a:solidFill>
                <a:latin typeface="Courier New"/>
                <a:cs typeface="Courier New"/>
              </a:rPr>
              <a:t>oducts</a:t>
            </a:r>
            <a:r>
              <a:rPr sz="2150" spc="-855">
                <a:solidFill>
                  <a:srgbClr val="26282A"/>
                </a:solidFill>
                <a:latin typeface="Courier New"/>
                <a:cs typeface="Courier New"/>
              </a:rPr>
              <a:t> </a:t>
            </a:r>
            <a:r>
              <a:rPr sz="2150" spc="-350">
                <a:solidFill>
                  <a:srgbClr val="705D70"/>
                </a:solidFill>
                <a:latin typeface="Courier New"/>
                <a:cs typeface="Courier New"/>
              </a:rPr>
              <a:t>ON</a:t>
            </a:r>
            <a:r>
              <a:rPr sz="2150" spc="-350">
                <a:solidFill>
                  <a:srgbClr val="26282A"/>
                </a:solidFill>
                <a:latin typeface="Courier New"/>
                <a:cs typeface="Courier New"/>
              </a:rPr>
              <a:t>...</a:t>
            </a:r>
            <a:endParaRPr sz="2150">
              <a:latin typeface="Courier New"/>
              <a:cs typeface="Courier New"/>
            </a:endParaRPr>
          </a:p>
          <a:p>
            <a:pPr marL="12700" marR="5080" indent="8255">
              <a:lnSpc>
                <a:spcPct val="83800"/>
              </a:lnSpc>
              <a:spcBef>
                <a:spcPts val="60"/>
              </a:spcBef>
            </a:pPr>
            <a:r>
              <a:rPr sz="2150" spc="-330">
                <a:solidFill>
                  <a:srgbClr val="705D70"/>
                </a:solidFill>
                <a:latin typeface="Courier New"/>
                <a:cs typeface="Courier New"/>
              </a:rPr>
              <a:t>WHERE</a:t>
            </a:r>
            <a:r>
              <a:rPr sz="2150" spc="-484">
                <a:solidFill>
                  <a:srgbClr val="705D70"/>
                </a:solidFill>
                <a:latin typeface="Courier New"/>
                <a:cs typeface="Courier New"/>
              </a:rPr>
              <a:t> </a:t>
            </a:r>
            <a:r>
              <a:rPr sz="2150" spc="-254">
                <a:solidFill>
                  <a:srgbClr val="26282A"/>
                </a:solidFill>
                <a:latin typeface="Courier New"/>
                <a:cs typeface="Courier New"/>
              </a:rPr>
              <a:t>Category=</a:t>
            </a:r>
            <a:r>
              <a:rPr sz="2150" spc="-315">
                <a:solidFill>
                  <a:srgbClr val="26282A"/>
                </a:solidFill>
                <a:latin typeface="Courier New"/>
                <a:cs typeface="Courier New"/>
              </a:rPr>
              <a:t> </a:t>
            </a:r>
            <a:r>
              <a:rPr sz="2150" spc="-250">
                <a:solidFill>
                  <a:srgbClr val="2B462D"/>
                </a:solidFill>
                <a:latin typeface="Courier New"/>
                <a:cs typeface="Courier New"/>
              </a:rPr>
              <a:t>'</a:t>
            </a:r>
            <a:r>
              <a:rPr sz="2150" spc="-250">
                <a:solidFill>
                  <a:srgbClr val="496B4B"/>
                </a:solidFill>
                <a:latin typeface="Courier New"/>
                <a:cs typeface="Courier New"/>
              </a:rPr>
              <a:t>E</a:t>
            </a:r>
            <a:r>
              <a:rPr sz="2150" spc="-250">
                <a:solidFill>
                  <a:srgbClr val="7E8C8E"/>
                </a:solidFill>
                <a:latin typeface="Courier New"/>
                <a:cs typeface="Courier New"/>
              </a:rPr>
              <a:t>-</a:t>
            </a:r>
            <a:r>
              <a:rPr sz="2150" spc="-220">
                <a:solidFill>
                  <a:srgbClr val="496B4B"/>
                </a:solidFill>
                <a:latin typeface="Courier New"/>
                <a:cs typeface="Courier New"/>
              </a:rPr>
              <a:t>Bike' </a:t>
            </a:r>
            <a:r>
              <a:rPr sz="2150" spc="-290">
                <a:solidFill>
                  <a:srgbClr val="705D70"/>
                </a:solidFill>
                <a:latin typeface="Courier New"/>
                <a:cs typeface="Courier New"/>
              </a:rPr>
              <a:t>AND</a:t>
            </a:r>
            <a:r>
              <a:rPr sz="2150" spc="-610">
                <a:solidFill>
                  <a:srgbClr val="705D70"/>
                </a:solidFill>
                <a:latin typeface="Courier New"/>
                <a:cs typeface="Courier New"/>
              </a:rPr>
              <a:t> </a:t>
            </a:r>
            <a:r>
              <a:rPr sz="2150" spc="-340">
                <a:solidFill>
                  <a:srgbClr val="26282A"/>
                </a:solidFill>
                <a:latin typeface="Courier New"/>
                <a:cs typeface="Courier New"/>
              </a:rPr>
              <a:t>City</a:t>
            </a:r>
            <a:r>
              <a:rPr sz="2150" spc="-405">
                <a:solidFill>
                  <a:srgbClr val="26282A"/>
                </a:solidFill>
                <a:latin typeface="Courier New"/>
                <a:cs typeface="Courier New"/>
              </a:rPr>
              <a:t> </a:t>
            </a:r>
            <a:r>
              <a:rPr sz="2150" spc="-240">
                <a:solidFill>
                  <a:srgbClr val="705D70"/>
                </a:solidFill>
                <a:latin typeface="Courier New"/>
                <a:cs typeface="Courier New"/>
              </a:rPr>
              <a:t>IN</a:t>
            </a:r>
            <a:r>
              <a:rPr sz="2150" spc="-580">
                <a:solidFill>
                  <a:srgbClr val="705D70"/>
                </a:solidFill>
                <a:latin typeface="Courier New"/>
                <a:cs typeface="Courier New"/>
              </a:rPr>
              <a:t> </a:t>
            </a:r>
            <a:r>
              <a:rPr sz="2150" spc="-295">
                <a:solidFill>
                  <a:srgbClr val="26282A"/>
                </a:solidFill>
                <a:latin typeface="Courier New"/>
                <a:cs typeface="Courier New"/>
              </a:rPr>
              <a:t>{</a:t>
            </a:r>
            <a:r>
              <a:rPr sz="2150" spc="-295">
                <a:solidFill>
                  <a:srgbClr val="667E67"/>
                </a:solidFill>
                <a:latin typeface="Courier New"/>
                <a:cs typeface="Courier New"/>
              </a:rPr>
              <a:t>'</a:t>
            </a:r>
            <a:r>
              <a:rPr sz="2150" spc="-295">
                <a:solidFill>
                  <a:srgbClr val="496B4B"/>
                </a:solidFill>
                <a:latin typeface="Courier New"/>
                <a:cs typeface="Courier New"/>
              </a:rPr>
              <a:t>Atlanta</a:t>
            </a:r>
            <a:r>
              <a:rPr sz="2150" spc="-295">
                <a:solidFill>
                  <a:srgbClr val="667E67"/>
                </a:solidFill>
                <a:latin typeface="Courier New"/>
                <a:cs typeface="Courier New"/>
              </a:rPr>
              <a:t>'</a:t>
            </a:r>
            <a:r>
              <a:rPr sz="2150" spc="-295">
                <a:solidFill>
                  <a:srgbClr val="26282A"/>
                </a:solidFill>
                <a:latin typeface="Courier New"/>
                <a:cs typeface="Courier New"/>
              </a:rPr>
              <a:t>, </a:t>
            </a:r>
            <a:r>
              <a:rPr sz="2150" spc="-160">
                <a:solidFill>
                  <a:srgbClr val="667E67"/>
                </a:solidFill>
                <a:latin typeface="Courier New"/>
                <a:cs typeface="Courier New"/>
              </a:rPr>
              <a:t>'</a:t>
            </a:r>
            <a:r>
              <a:rPr sz="2150" spc="-625">
                <a:solidFill>
                  <a:srgbClr val="496B4B"/>
                </a:solidFill>
                <a:latin typeface="Courier New"/>
                <a:cs typeface="Courier New"/>
              </a:rPr>
              <a:t>A</a:t>
            </a:r>
            <a:r>
              <a:rPr sz="2150" spc="-165">
                <a:solidFill>
                  <a:srgbClr val="496B4B"/>
                </a:solidFill>
                <a:latin typeface="Courier New"/>
                <a:cs typeface="Courier New"/>
              </a:rPr>
              <a:t>thens</a:t>
            </a:r>
            <a:r>
              <a:rPr sz="2150" spc="-1010">
                <a:solidFill>
                  <a:srgbClr val="667E67"/>
                </a:solidFill>
                <a:latin typeface="Courier New"/>
                <a:cs typeface="Courier New"/>
              </a:rPr>
              <a:t>'</a:t>
            </a:r>
            <a:r>
              <a:rPr sz="2150" spc="-315">
                <a:solidFill>
                  <a:srgbClr val="26282A"/>
                </a:solidFill>
                <a:latin typeface="Courier New"/>
                <a:cs typeface="Courier New"/>
              </a:rPr>
              <a:t>)</a:t>
            </a:r>
            <a:r>
              <a:rPr sz="2150" spc="-170">
                <a:solidFill>
                  <a:srgbClr val="26282A"/>
                </a:solidFill>
                <a:latin typeface="Courier New"/>
                <a:cs typeface="Courier New"/>
              </a:rPr>
              <a:t>.</a:t>
            </a:r>
            <a:r>
              <a:rPr sz="2150" spc="-170">
                <a:solidFill>
                  <a:srgbClr val="010101"/>
                </a:solidFill>
                <a:latin typeface="Courier New"/>
                <a:cs typeface="Courier New"/>
              </a:rPr>
              <a:t>.</a:t>
            </a:r>
            <a:r>
              <a:rPr sz="2150" spc="-170">
                <a:solidFill>
                  <a:srgbClr val="26282A"/>
                </a:solidFill>
                <a:latin typeface="Courier New"/>
                <a:cs typeface="Courier New"/>
              </a:rPr>
              <a:t>.</a:t>
            </a:r>
            <a:endParaRPr sz="21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21" y="264"/>
            <a:ext cx="12635022" cy="1659598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2750241" y="3491872"/>
            <a:ext cx="4515485" cy="25609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2860" marR="5080" indent="-10795">
              <a:lnSpc>
                <a:spcPct val="102400"/>
              </a:lnSpc>
              <a:spcBef>
                <a:spcPts val="5"/>
              </a:spcBef>
            </a:pPr>
            <a:r>
              <a:rPr sz="4050" b="1">
                <a:solidFill>
                  <a:srgbClr val="010101"/>
                </a:solidFill>
                <a:latin typeface="Arial"/>
                <a:cs typeface="Arial"/>
              </a:rPr>
              <a:t>Designed</a:t>
            </a:r>
            <a:r>
              <a:rPr sz="4050" b="1" spc="37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050" b="1" spc="60">
                <a:solidFill>
                  <a:srgbClr val="010101"/>
                </a:solidFill>
                <a:latin typeface="Arial"/>
                <a:cs typeface="Arial"/>
              </a:rPr>
              <a:t>for </a:t>
            </a:r>
            <a:r>
              <a:rPr sz="4050" b="1" spc="40">
                <a:solidFill>
                  <a:srgbClr val="010101"/>
                </a:solidFill>
                <a:latin typeface="Arial"/>
                <a:cs typeface="Arial"/>
              </a:rPr>
              <a:t>Investigative </a:t>
            </a:r>
            <a:r>
              <a:rPr sz="4050" b="1">
                <a:solidFill>
                  <a:srgbClr val="010101"/>
                </a:solidFill>
                <a:latin typeface="Arial"/>
                <a:cs typeface="Arial"/>
              </a:rPr>
              <a:t>Logic</a:t>
            </a:r>
            <a:r>
              <a:rPr sz="4050" b="1" spc="3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050" b="1" spc="135">
                <a:solidFill>
                  <a:srgbClr val="010101"/>
                </a:solidFill>
                <a:latin typeface="Arial"/>
                <a:cs typeface="Arial"/>
              </a:rPr>
              <a:t>testing,</a:t>
            </a:r>
            <a:r>
              <a:rPr sz="4050" b="1" spc="-165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050" b="1" spc="120">
                <a:solidFill>
                  <a:srgbClr val="010101"/>
                </a:solidFill>
                <a:latin typeface="Arial"/>
                <a:cs typeface="Arial"/>
              </a:rPr>
              <a:t>not</a:t>
            </a:r>
            <a:endParaRPr sz="40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65"/>
              </a:spcBef>
            </a:pPr>
            <a:r>
              <a:rPr sz="4050" b="1" spc="70">
                <a:solidFill>
                  <a:srgbClr val="010101"/>
                </a:solidFill>
                <a:latin typeface="Arial"/>
                <a:cs typeface="Arial"/>
              </a:rPr>
              <a:t>just</a:t>
            </a:r>
            <a:r>
              <a:rPr sz="4050" b="1" spc="11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4050" b="1" spc="40">
                <a:solidFill>
                  <a:srgbClr val="010101"/>
                </a:solidFill>
                <a:latin typeface="Arial"/>
                <a:cs typeface="Arial"/>
              </a:rPr>
              <a:t>storage.</a:t>
            </a:r>
            <a:endParaRPr sz="4050">
              <a:latin typeface="Arial"/>
              <a:cs typeface="Arial"/>
            </a:endParaRPr>
          </a:p>
        </p:txBody>
      </p:sp>
      <p:pic>
        <p:nvPicPr>
          <p:cNvPr id="61" name="object 2">
            <a:extLst>
              <a:ext uri="{FF2B5EF4-FFF2-40B4-BE49-F238E27FC236}">
                <a16:creationId xmlns:a16="http://schemas.microsoft.com/office/drawing/2014/main" id="{BE2646E7-E4B9-1A9A-83AB-BA672164C5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5600" y="1892300"/>
            <a:ext cx="10274300" cy="7505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343593" cy="13279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686" y="1583267"/>
            <a:ext cx="636845" cy="22723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566304"/>
            <a:ext cx="713267" cy="41362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72857" y="0"/>
            <a:ext cx="14902342" cy="755782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91584" y="5489705"/>
            <a:ext cx="0" cy="3523615"/>
          </a:xfrm>
          <a:custGeom>
            <a:avLst/>
            <a:gdLst/>
            <a:ahLst/>
            <a:cxnLst/>
            <a:rect l="l" t="t" r="r" b="b"/>
            <a:pathLst>
              <a:path h="3523615">
                <a:moveTo>
                  <a:pt x="0" y="352345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596205" y="4647140"/>
            <a:ext cx="0" cy="1634489"/>
          </a:xfrm>
          <a:custGeom>
            <a:avLst/>
            <a:gdLst/>
            <a:ahLst/>
            <a:cxnLst/>
            <a:rect l="l" t="t" r="r" b="b"/>
            <a:pathLst>
              <a:path h="1634489">
                <a:moveTo>
                  <a:pt x="0" y="163406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539649" y="676870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09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95375" y="9294015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421" y="9689766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110" rIns="0" bIns="0" rtlCol="0">
            <a:spAutoFit/>
          </a:bodyPr>
          <a:lstStyle/>
          <a:p>
            <a:pPr marL="826769">
              <a:lnSpc>
                <a:spcPct val="100000"/>
              </a:lnSpc>
              <a:spcBef>
                <a:spcPts val="130"/>
              </a:spcBef>
            </a:pPr>
            <a:r>
              <a:rPr sz="5850" spc="245">
                <a:solidFill>
                  <a:srgbClr val="0E0F11"/>
                </a:solidFill>
              </a:rPr>
              <a:t>Data</a:t>
            </a:r>
            <a:r>
              <a:rPr sz="5850" spc="-100">
                <a:solidFill>
                  <a:srgbClr val="0E0F11"/>
                </a:solidFill>
              </a:rPr>
              <a:t> </a:t>
            </a:r>
            <a:r>
              <a:rPr sz="5850" spc="55">
                <a:solidFill>
                  <a:srgbClr val="0E0F11"/>
                </a:solidFill>
              </a:rPr>
              <a:t>Lineage</a:t>
            </a:r>
            <a:r>
              <a:rPr sz="5850" spc="290">
                <a:solidFill>
                  <a:srgbClr val="0E0F11"/>
                </a:solidFill>
              </a:rPr>
              <a:t> </a:t>
            </a:r>
            <a:r>
              <a:rPr sz="5700" spc="-375">
                <a:solidFill>
                  <a:srgbClr val="0E0F11"/>
                </a:solidFill>
              </a:rPr>
              <a:t>&amp;</a:t>
            </a:r>
            <a:r>
              <a:rPr sz="5700" spc="-85">
                <a:solidFill>
                  <a:srgbClr val="0E0F11"/>
                </a:solidFill>
              </a:rPr>
              <a:t> </a:t>
            </a:r>
            <a:r>
              <a:rPr sz="5850">
                <a:solidFill>
                  <a:srgbClr val="0E0F11"/>
                </a:solidFill>
              </a:rPr>
              <a:t>Logic</a:t>
            </a:r>
            <a:r>
              <a:rPr sz="5850" spc="110">
                <a:solidFill>
                  <a:srgbClr val="0E0F11"/>
                </a:solidFill>
              </a:rPr>
              <a:t> </a:t>
            </a:r>
            <a:r>
              <a:rPr sz="5850" spc="185">
                <a:solidFill>
                  <a:srgbClr val="0E0F11"/>
                </a:solidFill>
              </a:rPr>
              <a:t>Mapping</a:t>
            </a:r>
            <a:endParaRPr sz="5850"/>
          </a:p>
        </p:txBody>
      </p:sp>
      <p:sp>
        <p:nvSpPr>
          <p:cNvPr id="14" name="object 14"/>
          <p:cNvSpPr txBox="1"/>
          <p:nvPr/>
        </p:nvSpPr>
        <p:spPr>
          <a:xfrm>
            <a:off x="1514723" y="2215256"/>
            <a:ext cx="6538595" cy="99314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8890">
              <a:lnSpc>
                <a:spcPct val="101099"/>
              </a:lnSpc>
              <a:spcBef>
                <a:spcPts val="75"/>
              </a:spcBef>
            </a:pPr>
            <a:r>
              <a:rPr sz="3100" b="1" spc="65">
                <a:solidFill>
                  <a:srgbClr val="0E0F11"/>
                </a:solidFill>
                <a:latin typeface="Arial"/>
                <a:cs typeface="Arial"/>
              </a:rPr>
              <a:t>Question</a:t>
            </a:r>
            <a:r>
              <a:rPr sz="3100" b="1" spc="65">
                <a:solidFill>
                  <a:srgbClr val="33363D"/>
                </a:solidFill>
                <a:latin typeface="Arial"/>
                <a:cs typeface="Arial"/>
              </a:rPr>
              <a:t>:</a:t>
            </a:r>
            <a:r>
              <a:rPr sz="3100" b="1" spc="-375">
                <a:solidFill>
                  <a:srgbClr val="33363D"/>
                </a:solidFill>
                <a:latin typeface="Arial"/>
                <a:cs typeface="Arial"/>
              </a:rPr>
              <a:t>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"What</a:t>
            </a:r>
            <a:r>
              <a:rPr sz="3150" spc="229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70">
                <a:solidFill>
                  <a:srgbClr val="0E0F11"/>
                </a:solidFill>
                <a:latin typeface="Arial"/>
                <a:cs typeface="Arial"/>
              </a:rPr>
              <a:t>was</a:t>
            </a:r>
            <a:r>
              <a:rPr sz="3150" spc="2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140">
                <a:solidFill>
                  <a:srgbClr val="0E0F11"/>
                </a:solidFill>
                <a:latin typeface="Arial"/>
                <a:cs typeface="Arial"/>
              </a:rPr>
              <a:t>the</a:t>
            </a:r>
            <a:r>
              <a:rPr sz="3150" spc="-9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70">
                <a:solidFill>
                  <a:srgbClr val="0E0F11"/>
                </a:solidFill>
                <a:latin typeface="Arial"/>
                <a:cs typeface="Arial"/>
              </a:rPr>
              <a:t>impact</a:t>
            </a:r>
            <a:r>
              <a:rPr sz="3150" spc="18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75">
                <a:solidFill>
                  <a:srgbClr val="0E0F11"/>
                </a:solidFill>
                <a:latin typeface="Arial"/>
                <a:cs typeface="Arial"/>
              </a:rPr>
              <a:t>of </a:t>
            </a:r>
            <a:r>
              <a:rPr sz="3150" spc="60">
                <a:solidFill>
                  <a:srgbClr val="0E0F11"/>
                </a:solidFill>
                <a:latin typeface="Arial"/>
                <a:cs typeface="Arial"/>
              </a:rPr>
              <a:t>promotions</a:t>
            </a:r>
            <a:r>
              <a:rPr sz="3150" spc="24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85">
                <a:solidFill>
                  <a:srgbClr val="0E0F11"/>
                </a:solidFill>
                <a:latin typeface="Arial"/>
                <a:cs typeface="Arial"/>
              </a:rPr>
              <a:t>on</a:t>
            </a:r>
            <a:r>
              <a:rPr sz="3150" spc="-4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-10">
                <a:solidFill>
                  <a:srgbClr val="0E0F11"/>
                </a:solidFill>
                <a:latin typeface="Arial"/>
                <a:cs typeface="Arial"/>
              </a:rPr>
              <a:t>sales?"</a:t>
            </a:r>
            <a:endParaRPr sz="3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48730" y="7972788"/>
            <a:ext cx="8782050" cy="98044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103630" marR="5080" indent="-1091565">
              <a:lnSpc>
                <a:spcPts val="3720"/>
              </a:lnSpc>
              <a:spcBef>
                <a:spcPts val="275"/>
              </a:spcBef>
            </a:pP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This</a:t>
            </a:r>
            <a:r>
              <a:rPr sz="3150" spc="8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demonstrates</a:t>
            </a:r>
            <a:r>
              <a:rPr sz="3150" spc="24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100">
                <a:solidFill>
                  <a:srgbClr val="0E0F11"/>
                </a:solidFill>
                <a:latin typeface="Arial"/>
                <a:cs typeface="Arial"/>
              </a:rPr>
              <a:t>that</a:t>
            </a:r>
            <a:r>
              <a:rPr sz="3150" spc="6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140">
                <a:solidFill>
                  <a:srgbClr val="0E0F11"/>
                </a:solidFill>
                <a:latin typeface="Arial"/>
                <a:cs typeface="Arial"/>
              </a:rPr>
              <a:t>the</a:t>
            </a:r>
            <a:r>
              <a:rPr sz="3150" spc="6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system</a:t>
            </a:r>
            <a:r>
              <a:rPr sz="3150" spc="23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validates</a:t>
            </a:r>
            <a:r>
              <a:rPr sz="3150" spc="17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85">
                <a:solidFill>
                  <a:srgbClr val="0E0F11"/>
                </a:solidFill>
                <a:latin typeface="Arial"/>
                <a:cs typeface="Arial"/>
              </a:rPr>
              <a:t>the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relationship</a:t>
            </a:r>
            <a:r>
              <a:rPr sz="3150" spc="36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>
                <a:solidFill>
                  <a:srgbClr val="0E0F11"/>
                </a:solidFill>
                <a:latin typeface="Arial"/>
                <a:cs typeface="Arial"/>
              </a:rPr>
              <a:t>before</a:t>
            </a:r>
            <a:r>
              <a:rPr sz="3150" spc="16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70">
                <a:solidFill>
                  <a:srgbClr val="0E0F11"/>
                </a:solidFill>
                <a:latin typeface="Arial"/>
                <a:cs typeface="Arial"/>
              </a:rPr>
              <a:t>writing</a:t>
            </a:r>
            <a:r>
              <a:rPr sz="3150" spc="5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110">
                <a:solidFill>
                  <a:srgbClr val="0E0F11"/>
                </a:solidFill>
                <a:latin typeface="Arial"/>
                <a:cs typeface="Arial"/>
              </a:rPr>
              <a:t>the</a:t>
            </a:r>
            <a:r>
              <a:rPr sz="3150" spc="4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sz="3150" spc="-10">
                <a:solidFill>
                  <a:srgbClr val="0E0F11"/>
                </a:solidFill>
                <a:latin typeface="Arial"/>
                <a:cs typeface="Arial"/>
              </a:rPr>
              <a:t>code.</a:t>
            </a:r>
            <a:endParaRPr sz="3150">
              <a:latin typeface="Arial"/>
              <a:cs typeface="Arial"/>
            </a:endParaRPr>
          </a:p>
        </p:txBody>
      </p:sp>
      <p:pic>
        <p:nvPicPr>
          <p:cNvPr id="16" name="object 6">
            <a:extLst>
              <a:ext uri="{FF2B5EF4-FFF2-40B4-BE49-F238E27FC236}">
                <a16:creationId xmlns:a16="http://schemas.microsoft.com/office/drawing/2014/main" id="{952E10B4-F19B-485A-DE6E-913EA593361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150411" y="8400388"/>
            <a:ext cx="1324787" cy="9957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3010"/>
            <a:chOff x="0" y="0"/>
            <a:chExt cx="17475200" cy="97030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343593" cy="13279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7475200" cy="97025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686" y="1608799"/>
              <a:ext cx="636845" cy="224684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50411" y="8400388"/>
              <a:ext cx="1324787" cy="9957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5473" y="5566302"/>
              <a:ext cx="0" cy="561975"/>
            </a:xfrm>
            <a:custGeom>
              <a:avLst/>
              <a:gdLst/>
              <a:ahLst/>
              <a:cxnLst/>
              <a:rect l="l" t="t" r="r" b="b"/>
              <a:pathLst>
                <a:path h="561975">
                  <a:moveTo>
                    <a:pt x="0" y="561710"/>
                  </a:moveTo>
                  <a:lnTo>
                    <a:pt x="0" y="0"/>
                  </a:lnTo>
                </a:path>
              </a:pathLst>
            </a:custGeom>
            <a:ln w="8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1372" y="5566302"/>
              <a:ext cx="0" cy="561975"/>
            </a:xfrm>
            <a:custGeom>
              <a:avLst/>
              <a:gdLst/>
              <a:ahLst/>
              <a:cxnLst/>
              <a:rect l="l" t="t" r="r" b="b"/>
              <a:pathLst>
                <a:path h="561975">
                  <a:moveTo>
                    <a:pt x="0" y="561710"/>
                  </a:moveTo>
                  <a:lnTo>
                    <a:pt x="0" y="0"/>
                  </a:lnTo>
                </a:path>
              </a:pathLst>
            </a:custGeom>
            <a:ln w="1018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1584" y="4647140"/>
              <a:ext cx="15998190" cy="5055870"/>
            </a:xfrm>
            <a:custGeom>
              <a:avLst/>
              <a:gdLst/>
              <a:ahLst/>
              <a:cxnLst/>
              <a:rect l="l" t="t" r="r" b="b"/>
              <a:pathLst>
                <a:path w="15998190" h="5055870">
                  <a:moveTo>
                    <a:pt x="0" y="1480872"/>
                  </a:moveTo>
                  <a:lnTo>
                    <a:pt x="0" y="842565"/>
                  </a:lnTo>
                </a:path>
                <a:path w="15998190" h="5055870">
                  <a:moveTo>
                    <a:pt x="15704621" y="1634066"/>
                  </a:moveTo>
                  <a:lnTo>
                    <a:pt x="15704621" y="0"/>
                  </a:lnTo>
                </a:path>
                <a:path w="15998190" h="5055870">
                  <a:moveTo>
                    <a:pt x="15411672" y="5055392"/>
                  </a:moveTo>
                  <a:lnTo>
                    <a:pt x="15997570" y="5055392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110" rIns="0" bIns="0" rtlCol="0">
            <a:spAutoFit/>
          </a:bodyPr>
          <a:lstStyle/>
          <a:p>
            <a:pPr marL="836294">
              <a:lnSpc>
                <a:spcPct val="100000"/>
              </a:lnSpc>
              <a:spcBef>
                <a:spcPts val="130"/>
              </a:spcBef>
            </a:pPr>
            <a:r>
              <a:rPr sz="5850" b="0" spc="380">
                <a:solidFill>
                  <a:srgbClr val="131313"/>
                </a:solidFill>
                <a:latin typeface="Arial"/>
                <a:cs typeface="Arial"/>
              </a:rPr>
              <a:t>Project</a:t>
            </a:r>
            <a:r>
              <a:rPr sz="5850" b="0" spc="1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5850" b="0" spc="270">
                <a:solidFill>
                  <a:srgbClr val="131313"/>
                </a:solidFill>
                <a:latin typeface="Arial"/>
                <a:cs typeface="Arial"/>
              </a:rPr>
              <a:t>Roadmap</a:t>
            </a:r>
            <a:endParaRPr sz="5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8816" y="2508878"/>
            <a:ext cx="351726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>
                <a:solidFill>
                  <a:srgbClr val="131313"/>
                </a:solidFill>
                <a:latin typeface="Arial"/>
                <a:cs typeface="Arial"/>
              </a:rPr>
              <a:t>Feb</a:t>
            </a:r>
            <a:r>
              <a:rPr sz="2950" spc="-35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60">
                <a:solidFill>
                  <a:srgbClr val="131313"/>
                </a:solidFill>
                <a:latin typeface="Arial"/>
                <a:cs typeface="Arial"/>
              </a:rPr>
              <a:t>17</a:t>
            </a:r>
            <a:r>
              <a:rPr sz="2950" spc="-27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>
                <a:solidFill>
                  <a:srgbClr val="131313"/>
                </a:solidFill>
                <a:latin typeface="Arial"/>
                <a:cs typeface="Arial"/>
              </a:rPr>
              <a:t>-</a:t>
            </a:r>
            <a:r>
              <a:rPr sz="2950" spc="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120">
                <a:solidFill>
                  <a:srgbClr val="131313"/>
                </a:solidFill>
                <a:latin typeface="Arial"/>
                <a:cs typeface="Arial"/>
              </a:rPr>
              <a:t>Milestone</a:t>
            </a:r>
            <a:r>
              <a:rPr sz="2950" spc="-34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95">
                <a:solidFill>
                  <a:srgbClr val="131313"/>
                </a:solidFill>
                <a:latin typeface="Arial"/>
                <a:cs typeface="Arial"/>
              </a:rPr>
              <a:t>1</a:t>
            </a:r>
            <a:endParaRPr sz="2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51688" y="2521644"/>
            <a:ext cx="3595370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135">
                <a:solidFill>
                  <a:srgbClr val="131313"/>
                </a:solidFill>
                <a:latin typeface="Arial"/>
                <a:cs typeface="Arial"/>
              </a:rPr>
              <a:t>Mar</a:t>
            </a:r>
            <a:r>
              <a:rPr sz="2950" spc="-29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60">
                <a:solidFill>
                  <a:srgbClr val="131313"/>
                </a:solidFill>
                <a:latin typeface="Arial"/>
                <a:cs typeface="Arial"/>
              </a:rPr>
              <a:t>17</a:t>
            </a:r>
            <a:r>
              <a:rPr sz="2950" spc="-19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>
                <a:solidFill>
                  <a:srgbClr val="131313"/>
                </a:solidFill>
                <a:latin typeface="Arial"/>
                <a:cs typeface="Arial"/>
              </a:rPr>
              <a:t>-</a:t>
            </a:r>
            <a:r>
              <a:rPr sz="2950" spc="-5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120">
                <a:solidFill>
                  <a:srgbClr val="131313"/>
                </a:solidFill>
                <a:latin typeface="Arial"/>
                <a:cs typeface="Arial"/>
              </a:rPr>
              <a:t>Milestone</a:t>
            </a:r>
            <a:r>
              <a:rPr sz="2950" spc="-12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95">
                <a:solidFill>
                  <a:srgbClr val="131313"/>
                </a:solidFill>
                <a:latin typeface="Arial"/>
                <a:cs typeface="Arial"/>
              </a:rPr>
              <a:t>2</a:t>
            </a:r>
            <a:endParaRPr sz="2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66266" y="2521644"/>
            <a:ext cx="354901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90">
                <a:solidFill>
                  <a:srgbClr val="131313"/>
                </a:solidFill>
                <a:latin typeface="Arial"/>
                <a:cs typeface="Arial"/>
              </a:rPr>
              <a:t>Apr</a:t>
            </a:r>
            <a:r>
              <a:rPr sz="2950" spc="-30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95">
                <a:solidFill>
                  <a:srgbClr val="131313"/>
                </a:solidFill>
                <a:latin typeface="Arial"/>
                <a:cs typeface="Arial"/>
              </a:rPr>
              <a:t>14</a:t>
            </a:r>
            <a:r>
              <a:rPr sz="2950" spc="-5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>
                <a:solidFill>
                  <a:srgbClr val="131313"/>
                </a:solidFill>
                <a:latin typeface="Arial"/>
                <a:cs typeface="Arial"/>
              </a:rPr>
              <a:t>-</a:t>
            </a:r>
            <a:r>
              <a:rPr sz="2950" spc="3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120">
                <a:solidFill>
                  <a:srgbClr val="131313"/>
                </a:solidFill>
                <a:latin typeface="Arial"/>
                <a:cs typeface="Arial"/>
              </a:rPr>
              <a:t>Milestone</a:t>
            </a:r>
            <a:r>
              <a:rPr sz="2950" spc="-1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2950" spc="95">
                <a:solidFill>
                  <a:srgbClr val="131313"/>
                </a:solidFill>
                <a:latin typeface="Arial"/>
                <a:cs typeface="Arial"/>
              </a:rPr>
              <a:t>3</a:t>
            </a:r>
            <a:endParaRPr sz="2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1884" y="6804686"/>
            <a:ext cx="2967355" cy="1059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4060"/>
              </a:lnSpc>
              <a:spcBef>
                <a:spcPts val="114"/>
              </a:spcBef>
            </a:pPr>
            <a:r>
              <a:rPr sz="3500" spc="95">
                <a:solidFill>
                  <a:srgbClr val="131313"/>
                </a:solidFill>
                <a:latin typeface="Arial"/>
                <a:cs typeface="Arial"/>
              </a:rPr>
              <a:t>Requirements</a:t>
            </a:r>
            <a:endParaRPr sz="3500">
              <a:latin typeface="Arial"/>
              <a:cs typeface="Arial"/>
            </a:endParaRPr>
          </a:p>
          <a:p>
            <a:pPr marL="10795" algn="ctr">
              <a:lnSpc>
                <a:spcPts val="4060"/>
              </a:lnSpc>
            </a:pPr>
            <a:r>
              <a:rPr sz="3350" spc="130">
                <a:solidFill>
                  <a:srgbClr val="131313"/>
                </a:solidFill>
                <a:latin typeface="Arial"/>
                <a:cs typeface="Arial"/>
              </a:rPr>
              <a:t>&amp;</a:t>
            </a:r>
            <a:r>
              <a:rPr sz="3350" spc="-12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3500" spc="90">
                <a:solidFill>
                  <a:srgbClr val="131313"/>
                </a:solidFill>
                <a:latin typeface="Arial"/>
                <a:cs typeface="Arial"/>
              </a:rPr>
              <a:t>Design</a:t>
            </a:r>
            <a:endParaRPr sz="3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84947" y="6804686"/>
            <a:ext cx="3342640" cy="1059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4060"/>
              </a:lnSpc>
              <a:spcBef>
                <a:spcPts val="114"/>
              </a:spcBef>
            </a:pPr>
            <a:r>
              <a:rPr sz="3500" spc="90">
                <a:solidFill>
                  <a:srgbClr val="131313"/>
                </a:solidFill>
                <a:latin typeface="Arial"/>
                <a:cs typeface="Arial"/>
              </a:rPr>
              <a:t>Core</a:t>
            </a:r>
            <a:r>
              <a:rPr sz="3500" spc="-4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3500" spc="120">
                <a:solidFill>
                  <a:srgbClr val="131313"/>
                </a:solidFill>
                <a:latin typeface="Arial"/>
                <a:cs typeface="Arial"/>
              </a:rPr>
              <a:t>Agent</a:t>
            </a:r>
            <a:r>
              <a:rPr sz="3500" spc="-10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3500" spc="75">
                <a:solidFill>
                  <a:srgbClr val="131313"/>
                </a:solidFill>
                <a:latin typeface="Arial"/>
                <a:cs typeface="Arial"/>
              </a:rPr>
              <a:t>Dev</a:t>
            </a:r>
            <a:endParaRPr sz="3500">
              <a:latin typeface="Arial"/>
              <a:cs typeface="Arial"/>
            </a:endParaRPr>
          </a:p>
          <a:p>
            <a:pPr algn="ctr">
              <a:lnSpc>
                <a:spcPts val="4060"/>
              </a:lnSpc>
            </a:pPr>
            <a:r>
              <a:rPr sz="3350" spc="110">
                <a:solidFill>
                  <a:srgbClr val="131313"/>
                </a:solidFill>
                <a:latin typeface="Arial"/>
                <a:cs typeface="Arial"/>
              </a:rPr>
              <a:t>&amp;</a:t>
            </a:r>
            <a:r>
              <a:rPr sz="3350" spc="-2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3500" spc="150">
                <a:solidFill>
                  <a:srgbClr val="131313"/>
                </a:solidFill>
                <a:latin typeface="Arial"/>
                <a:cs typeface="Arial"/>
              </a:rPr>
              <a:t>Integration</a:t>
            </a:r>
            <a:endParaRPr sz="3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02298" y="6804686"/>
            <a:ext cx="2472690" cy="10598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58419" marR="5080" indent="-46355">
              <a:lnSpc>
                <a:spcPts val="3920"/>
              </a:lnSpc>
              <a:spcBef>
                <a:spcPts val="480"/>
              </a:spcBef>
            </a:pPr>
            <a:r>
              <a:rPr sz="3500" spc="105">
                <a:solidFill>
                  <a:srgbClr val="131313"/>
                </a:solidFill>
                <a:latin typeface="Arial"/>
                <a:cs typeface="Arial"/>
              </a:rPr>
              <a:t>Full</a:t>
            </a:r>
            <a:r>
              <a:rPr sz="3500" spc="-32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sz="3500" spc="125">
                <a:solidFill>
                  <a:srgbClr val="131313"/>
                </a:solidFill>
                <a:latin typeface="Arial"/>
                <a:cs typeface="Arial"/>
              </a:rPr>
              <a:t>System </a:t>
            </a:r>
            <a:r>
              <a:rPr sz="3500" spc="150">
                <a:solidFill>
                  <a:srgbClr val="131313"/>
                </a:solidFill>
                <a:latin typeface="Arial"/>
                <a:cs typeface="Arial"/>
              </a:rPr>
              <a:t>Integration</a:t>
            </a:r>
            <a:endParaRPr sz="3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27596" cy="1608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761992"/>
            <a:ext cx="866110" cy="15064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8429" y="2527961"/>
            <a:ext cx="942532" cy="12000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8429" y="4110963"/>
            <a:ext cx="917058" cy="120001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668433"/>
            <a:ext cx="3566337" cy="403410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0953750" y="0"/>
            <a:ext cx="6521450" cy="9702800"/>
            <a:chOff x="10953750" y="0"/>
            <a:chExt cx="6521450" cy="9702800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53750" y="0"/>
              <a:ext cx="6521450" cy="970253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099466" y="9689766"/>
              <a:ext cx="968375" cy="0"/>
            </a:xfrm>
            <a:custGeom>
              <a:avLst/>
              <a:gdLst/>
              <a:ahLst/>
              <a:cxnLst/>
              <a:rect l="l" t="t" r="r" b="b"/>
              <a:pathLst>
                <a:path w="968375">
                  <a:moveTo>
                    <a:pt x="0" y="0"/>
                  </a:moveTo>
                  <a:lnTo>
                    <a:pt x="968005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853070" y="9689766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02956" y="9689766"/>
            <a:ext cx="407670" cy="0"/>
          </a:xfrm>
          <a:custGeom>
            <a:avLst/>
            <a:gdLst/>
            <a:ahLst/>
            <a:cxnLst/>
            <a:rect l="l" t="t" r="r" b="b"/>
            <a:pathLst>
              <a:path w="407669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9493" rIns="0" bIns="0" rtlCol="0">
            <a:spAutoFit/>
          </a:bodyPr>
          <a:lstStyle/>
          <a:p>
            <a:pPr marL="852805">
              <a:lnSpc>
                <a:spcPct val="100000"/>
              </a:lnSpc>
              <a:spcBef>
                <a:spcPts val="130"/>
              </a:spcBef>
            </a:pPr>
            <a:r>
              <a:t>Summary</a:t>
            </a:r>
            <a:r>
              <a:rPr spc="715"/>
              <a:t> </a:t>
            </a:r>
            <a:r>
              <a:rPr sz="6200" spc="-315"/>
              <a:t>&amp;</a:t>
            </a:r>
            <a:r>
              <a:rPr sz="6200" spc="-95"/>
              <a:t> </a:t>
            </a:r>
            <a:r>
              <a:rPr spc="265"/>
              <a:t>Next</a:t>
            </a:r>
            <a:r>
              <a:rPr spc="135"/>
              <a:t> </a:t>
            </a:r>
            <a:r>
              <a:rPr spc="190"/>
              <a:t>Steps</a:t>
            </a:r>
            <a:endParaRPr sz="6200"/>
          </a:p>
        </p:txBody>
      </p:sp>
      <p:sp>
        <p:nvSpPr>
          <p:cNvPr id="13" name="object 13"/>
          <p:cNvSpPr txBox="1"/>
          <p:nvPr/>
        </p:nvSpPr>
        <p:spPr>
          <a:xfrm>
            <a:off x="2832370" y="2579092"/>
            <a:ext cx="6953884" cy="5782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 marR="379095" indent="-13335">
              <a:lnSpc>
                <a:spcPct val="100000"/>
              </a:lnSpc>
              <a:spcBef>
                <a:spcPts val="114"/>
              </a:spcBef>
            </a:pPr>
            <a:r>
              <a:rPr sz="3600" b="1" spc="-35">
                <a:solidFill>
                  <a:srgbClr val="030303"/>
                </a:solidFill>
                <a:latin typeface="Arial"/>
                <a:cs typeface="Arial"/>
              </a:rPr>
              <a:t>Design</a:t>
            </a:r>
            <a:r>
              <a:rPr sz="3600" b="1" spc="-21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600" b="1" spc="-10">
                <a:solidFill>
                  <a:srgbClr val="030303"/>
                </a:solidFill>
                <a:latin typeface="Arial"/>
                <a:cs typeface="Arial"/>
              </a:rPr>
              <a:t>Complete:</a:t>
            </a:r>
            <a:r>
              <a:rPr sz="3600" b="1" spc="-23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60">
                <a:solidFill>
                  <a:srgbClr val="030303"/>
                </a:solidFill>
                <a:latin typeface="Arial"/>
                <a:cs typeface="Arial"/>
              </a:rPr>
              <a:t>Architecture,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Schema,</a:t>
            </a:r>
            <a:r>
              <a:rPr sz="3500" spc="2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and</a:t>
            </a:r>
            <a:r>
              <a:rPr sz="3500" spc="10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UI</a:t>
            </a:r>
            <a:r>
              <a:rPr sz="3500" spc="-7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75">
                <a:solidFill>
                  <a:srgbClr val="030303"/>
                </a:solidFill>
                <a:latin typeface="Arial"/>
                <a:cs typeface="Arial"/>
              </a:rPr>
              <a:t>defined.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00">
              <a:latin typeface="Arial"/>
              <a:cs typeface="Arial"/>
            </a:endParaRPr>
          </a:p>
          <a:p>
            <a:pPr marL="31750" marR="260985" indent="-19685">
              <a:lnSpc>
                <a:spcPts val="4120"/>
              </a:lnSpc>
            </a:pPr>
            <a:r>
              <a:rPr sz="3600" b="1" spc="-85">
                <a:solidFill>
                  <a:srgbClr val="030303"/>
                </a:solidFill>
                <a:latin typeface="Arial"/>
                <a:cs typeface="Arial"/>
              </a:rPr>
              <a:t>Foundation</a:t>
            </a:r>
            <a:r>
              <a:rPr sz="3600" b="1" spc="-19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600" b="1" spc="-55">
                <a:solidFill>
                  <a:srgbClr val="030303"/>
                </a:solidFill>
                <a:latin typeface="Arial"/>
                <a:cs typeface="Arial"/>
              </a:rPr>
              <a:t>Laid:</a:t>
            </a:r>
            <a:r>
              <a:rPr sz="3600" b="1" spc="-21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80">
                <a:solidFill>
                  <a:srgbClr val="030303"/>
                </a:solidFill>
                <a:latin typeface="Arial"/>
                <a:cs typeface="Arial"/>
              </a:rPr>
              <a:t>Synthetic</a:t>
            </a:r>
            <a:r>
              <a:rPr sz="3500" spc="2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-20">
                <a:solidFill>
                  <a:srgbClr val="030303"/>
                </a:solidFill>
                <a:latin typeface="Arial"/>
                <a:cs typeface="Arial"/>
              </a:rPr>
              <a:t>Data </a:t>
            </a:r>
            <a:r>
              <a:rPr sz="3500" spc="90">
                <a:solidFill>
                  <a:srgbClr val="030303"/>
                </a:solidFill>
                <a:latin typeface="Arial"/>
                <a:cs typeface="Arial"/>
              </a:rPr>
              <a:t>strategy</a:t>
            </a:r>
            <a:r>
              <a:rPr sz="3500" spc="24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-10">
                <a:solidFill>
                  <a:srgbClr val="030303"/>
                </a:solidFill>
                <a:latin typeface="Arial"/>
                <a:cs typeface="Arial"/>
              </a:rPr>
              <a:t>approved.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500">
              <a:latin typeface="Arial"/>
              <a:cs typeface="Arial"/>
            </a:endParaRPr>
          </a:p>
          <a:p>
            <a:pPr marL="26034" marR="5080" indent="-13970">
              <a:lnSpc>
                <a:spcPts val="4120"/>
              </a:lnSpc>
            </a:pPr>
            <a:r>
              <a:rPr sz="3600" b="1">
                <a:solidFill>
                  <a:srgbClr val="030303"/>
                </a:solidFill>
                <a:latin typeface="Arial"/>
                <a:cs typeface="Arial"/>
              </a:rPr>
              <a:t>Next</a:t>
            </a:r>
            <a:r>
              <a:rPr sz="3600" b="1" spc="-114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600" b="1" spc="-60">
                <a:solidFill>
                  <a:srgbClr val="030303"/>
                </a:solidFill>
                <a:latin typeface="Arial"/>
                <a:cs typeface="Arial"/>
              </a:rPr>
              <a:t>Action:</a:t>
            </a:r>
            <a:r>
              <a:rPr sz="3600" b="1" spc="-5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65">
                <a:solidFill>
                  <a:srgbClr val="030303"/>
                </a:solidFill>
                <a:latin typeface="Arial"/>
                <a:cs typeface="Arial"/>
              </a:rPr>
              <a:t>Shifting</a:t>
            </a:r>
            <a:r>
              <a:rPr sz="3500" spc="11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140">
                <a:solidFill>
                  <a:srgbClr val="030303"/>
                </a:solidFill>
                <a:latin typeface="Arial"/>
                <a:cs typeface="Arial"/>
              </a:rPr>
              <a:t>from</a:t>
            </a:r>
            <a:r>
              <a:rPr sz="3500" spc="-6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-10">
                <a:solidFill>
                  <a:srgbClr val="030303"/>
                </a:solidFill>
                <a:latin typeface="Arial"/>
                <a:cs typeface="Arial"/>
              </a:rPr>
              <a:t>Design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to</a:t>
            </a:r>
            <a:r>
              <a:rPr sz="3500" spc="28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85">
                <a:solidFill>
                  <a:srgbClr val="030303"/>
                </a:solidFill>
                <a:latin typeface="Arial"/>
                <a:cs typeface="Arial"/>
              </a:rPr>
              <a:t>Python</a:t>
            </a:r>
            <a:r>
              <a:rPr sz="3500" spc="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-10">
                <a:solidFill>
                  <a:srgbClr val="030303"/>
                </a:solidFill>
                <a:latin typeface="Arial"/>
                <a:cs typeface="Arial"/>
              </a:rPr>
              <a:t>Development.</a:t>
            </a:r>
            <a:endParaRPr sz="3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3500">
              <a:latin typeface="Arial"/>
              <a:cs typeface="Arial"/>
            </a:endParaRPr>
          </a:p>
          <a:p>
            <a:pPr marL="26670" marR="754380" indent="-14604">
              <a:lnSpc>
                <a:spcPts val="4120"/>
              </a:lnSpc>
            </a:pPr>
            <a:r>
              <a:rPr sz="3600" b="1" spc="-95">
                <a:solidFill>
                  <a:srgbClr val="030303"/>
                </a:solidFill>
                <a:latin typeface="Arial"/>
                <a:cs typeface="Arial"/>
              </a:rPr>
              <a:t>Focus:</a:t>
            </a:r>
            <a:r>
              <a:rPr sz="3600" b="1" spc="-2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Building</a:t>
            </a:r>
            <a:r>
              <a:rPr sz="3500" spc="9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155">
                <a:solidFill>
                  <a:srgbClr val="030303"/>
                </a:solidFill>
                <a:latin typeface="Arial"/>
                <a:cs typeface="Arial"/>
              </a:rPr>
              <a:t>the</a:t>
            </a:r>
            <a:r>
              <a:rPr sz="3500" spc="-120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80">
                <a:solidFill>
                  <a:srgbClr val="030303"/>
                </a:solidFill>
                <a:latin typeface="Arial"/>
                <a:cs typeface="Arial"/>
              </a:rPr>
              <a:t>Intent</a:t>
            </a:r>
            <a:r>
              <a:rPr sz="3500" spc="26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45">
                <a:solidFill>
                  <a:srgbClr val="030303"/>
                </a:solidFill>
                <a:latin typeface="Arial"/>
                <a:cs typeface="Arial"/>
              </a:rPr>
              <a:t>and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Query</a:t>
            </a:r>
            <a:r>
              <a:rPr sz="3500" spc="23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>
                <a:solidFill>
                  <a:srgbClr val="030303"/>
                </a:solidFill>
                <a:latin typeface="Arial"/>
                <a:cs typeface="Arial"/>
              </a:rPr>
              <a:t>Builder</a:t>
            </a:r>
            <a:r>
              <a:rPr sz="3500" spc="445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sz="3500" spc="-10">
                <a:solidFill>
                  <a:srgbClr val="030303"/>
                </a:solidFill>
                <a:latin typeface="Arial"/>
                <a:cs typeface="Arial"/>
              </a:rPr>
              <a:t>Agents.</a:t>
            </a:r>
            <a:endParaRPr sz="3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8020" y="3038607"/>
            <a:ext cx="1197270" cy="18127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3607" y="3472656"/>
            <a:ext cx="993479" cy="10468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0878" y="3447124"/>
            <a:ext cx="1018953" cy="10723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2674" y="3166268"/>
            <a:ext cx="1808642" cy="13532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5107" y="3472656"/>
            <a:ext cx="280212" cy="10212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877327" y="3447124"/>
            <a:ext cx="1018953" cy="104682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074598" y="3447124"/>
            <a:ext cx="917058" cy="10723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119024" y="3038607"/>
            <a:ext cx="993479" cy="1021291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045592" y="2655689"/>
            <a:ext cx="35623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b="0" spc="25">
                <a:solidFill>
                  <a:srgbClr val="2D2F2F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50671" y="3791876"/>
            <a:ext cx="35623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spc="25">
                <a:solidFill>
                  <a:srgbClr val="2D2F2F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14517" y="5062108"/>
            <a:ext cx="10148570" cy="81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150" spc="50">
                <a:solidFill>
                  <a:srgbClr val="4F6272"/>
                </a:solidFill>
                <a:latin typeface="Arial"/>
                <a:cs typeface="Arial"/>
              </a:rPr>
              <a:t>Scrappy</a:t>
            </a:r>
            <a:r>
              <a:rPr sz="5150" spc="65">
                <a:solidFill>
                  <a:srgbClr val="4F6272"/>
                </a:solidFill>
                <a:latin typeface="Arial"/>
                <a:cs typeface="Arial"/>
              </a:rPr>
              <a:t> </a:t>
            </a:r>
            <a:r>
              <a:rPr sz="5150" spc="100">
                <a:solidFill>
                  <a:srgbClr val="4F6272"/>
                </a:solidFill>
                <a:latin typeface="Arial"/>
                <a:cs typeface="Arial"/>
              </a:rPr>
              <a:t>Market</a:t>
            </a:r>
            <a:r>
              <a:rPr sz="5150" spc="180">
                <a:solidFill>
                  <a:srgbClr val="4F6272"/>
                </a:solidFill>
                <a:latin typeface="Arial"/>
                <a:cs typeface="Arial"/>
              </a:rPr>
              <a:t> </a:t>
            </a:r>
            <a:r>
              <a:rPr sz="5150" spc="75">
                <a:solidFill>
                  <a:srgbClr val="4F6272"/>
                </a:solidFill>
                <a:latin typeface="Arial"/>
                <a:cs typeface="Arial"/>
              </a:rPr>
              <a:t>Capstone</a:t>
            </a:r>
            <a:r>
              <a:rPr sz="5150" spc="45">
                <a:solidFill>
                  <a:srgbClr val="4F6272"/>
                </a:solidFill>
                <a:latin typeface="Arial"/>
                <a:cs typeface="Arial"/>
              </a:rPr>
              <a:t> </a:t>
            </a:r>
            <a:r>
              <a:rPr sz="5150" spc="75">
                <a:solidFill>
                  <a:srgbClr val="4F6272"/>
                </a:solidFill>
                <a:latin typeface="Arial"/>
                <a:cs typeface="Arial"/>
              </a:rPr>
              <a:t>Project</a:t>
            </a:r>
            <a:endParaRPr sz="5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13796" y="8202579"/>
            <a:ext cx="2720340" cy="646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646555" algn="l"/>
              </a:tabLst>
            </a:pPr>
            <a:r>
              <a:rPr sz="4050" spc="80">
                <a:solidFill>
                  <a:srgbClr val="83523D"/>
                </a:solidFill>
                <a:latin typeface="Arial"/>
                <a:cs typeface="Arial"/>
              </a:rPr>
              <a:t>Thank</a:t>
            </a:r>
            <a:r>
              <a:rPr sz="4050">
                <a:solidFill>
                  <a:srgbClr val="83523D"/>
                </a:solidFill>
                <a:latin typeface="Arial"/>
                <a:cs typeface="Arial"/>
              </a:rPr>
              <a:t>	</a:t>
            </a:r>
            <a:r>
              <a:rPr sz="4050" spc="145">
                <a:solidFill>
                  <a:srgbClr val="83523D"/>
                </a:solidFill>
                <a:latin typeface="Arial"/>
                <a:cs typeface="Arial"/>
              </a:rPr>
              <a:t>you.</a:t>
            </a:r>
            <a:endParaRPr sz="4050"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C3F44-E1DA-CA95-2DE9-DA4AEE8A80E8}"/>
              </a:ext>
            </a:extLst>
          </p:cNvPr>
          <p:cNvSpPr txBox="1"/>
          <p:nvPr/>
        </p:nvSpPr>
        <p:spPr>
          <a:xfrm>
            <a:off x="9432292" y="2438400"/>
            <a:ext cx="151510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600" b="1" spc="-85">
                <a:solidFill>
                  <a:srgbClr val="030303"/>
                </a:solidFill>
                <a:latin typeface="Arial"/>
                <a:cs typeface="Arial"/>
              </a:rPr>
              <a:t>o</a:t>
            </a:r>
            <a:endParaRPr lang="en-US" sz="1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63A9CC57B1D04C88B232A0302D8CA3" ma:contentTypeVersion="3" ma:contentTypeDescription="Create a new document." ma:contentTypeScope="" ma:versionID="05b0d68458a83f2dceb9390af74df2d9">
  <xsd:schema xmlns:xsd="http://www.w3.org/2001/XMLSchema" xmlns:xs="http://www.w3.org/2001/XMLSchema" xmlns:p="http://schemas.microsoft.com/office/2006/metadata/properties" xmlns:ns2="065b4d7f-d8c6-44ec-a703-ccc78861ced7" targetNamespace="http://schemas.microsoft.com/office/2006/metadata/properties" ma:root="true" ma:fieldsID="60265b2f8f9a075f6caa8f93d374a713" ns2:_="">
    <xsd:import namespace="065b4d7f-d8c6-44ec-a703-ccc78861ce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5b4d7f-d8c6-44ec-a703-ccc78861ce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2BE986-BD93-4869-B907-6380AAD88C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EA6B37-F580-423B-9C18-D904BD9BA857}">
  <ds:schemaRefs>
    <ds:schemaRef ds:uri="065b4d7f-d8c6-44ec-a703-ccc78861ced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CB1206E-1A70-47FE-B846-DF0640993E5E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065b4d7f-d8c6-44ec-a703-ccc78861ced7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642</Words>
  <Application>Microsoft Macintosh PowerPoint</Application>
  <PresentationFormat>Custom</PresentationFormat>
  <Paragraphs>202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Times New Roman</vt:lpstr>
      <vt:lpstr>Office Theme</vt:lpstr>
      <vt:lpstr>Scrappy Market: Milestone 1 Progress Report</vt:lpstr>
      <vt:lpstr>PowerPoint Presentation</vt:lpstr>
      <vt:lpstr>PowerPoint Presentation</vt:lpstr>
      <vt:lpstr>,,, , ,,, ,        Le:adership XIX:.,.,/_,.,/.,.,//,.,.,..,..//,.../,..-----                                                                                                                     -</vt:lpstr>
      <vt:lpstr>Requirements Specification</vt:lpstr>
      <vt:lpstr>High-Level System Architecture</vt:lpstr>
      <vt:lpstr>USER EXPERIENCE: THE INTERFACE</vt:lpstr>
      <vt:lpstr>End-to-End User Flow</vt:lpstr>
      <vt:lpstr>PowerPoint Presentation</vt:lpstr>
      <vt:lpstr>AGENTIC INTERACTION DIAGRAM</vt:lpstr>
      <vt:lpstr>Agent Deep Dive: Translation Logic</vt:lpstr>
      <vt:lpstr>PowerPoint Presentation</vt:lpstr>
      <vt:lpstr>Data Lineage &amp; Logic Mapping</vt:lpstr>
      <vt:lpstr>Project Roadmap</vt:lpstr>
      <vt:lpstr>Summary &amp; Next Steps</vt:lpstr>
      <vt:lpstr>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Matt MacKenny</cp:lastModifiedBy>
  <cp:revision>2</cp:revision>
  <dcterms:created xsi:type="dcterms:W3CDTF">2026-02-10T01:46:33Z</dcterms:created>
  <dcterms:modified xsi:type="dcterms:W3CDTF">2026-02-16T01:08:17Z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0x010100E363A9CC57B1D04C88B232A0302D8CA3</vt:lpwstr>
  </property>
</Properties>
</file>